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Public Sans Medium"/>
      <p:regular r:id="rId17"/>
      <p:bold r:id="rId18"/>
      <p:italic r:id="rId19"/>
      <p:boldItalic r:id="rId20"/>
    </p:embeddedFont>
    <p:embeddedFont>
      <p:font typeface="Public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ublicSansMedium-boldItalic.fntdata"/><Relationship Id="rId22" Type="http://schemas.openxmlformats.org/officeDocument/2006/relationships/font" Target="fonts/PublicSans-bold.fntdata"/><Relationship Id="rId21" Type="http://schemas.openxmlformats.org/officeDocument/2006/relationships/font" Target="fonts/PublicSans-regular.fntdata"/><Relationship Id="rId24" Type="http://schemas.openxmlformats.org/officeDocument/2006/relationships/font" Target="fonts/PublicSans-boldItalic.fntdata"/><Relationship Id="rId23" Type="http://schemas.openxmlformats.org/officeDocument/2006/relationships/font" Target="fonts/Public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ublicSansMedium-regular.fntdata"/><Relationship Id="rId16" Type="http://schemas.openxmlformats.org/officeDocument/2006/relationships/slide" Target="slides/slide11.xml"/><Relationship Id="rId19" Type="http://schemas.openxmlformats.org/officeDocument/2006/relationships/font" Target="fonts/PublicSansMedium-italic.fntdata"/><Relationship Id="rId18" Type="http://schemas.openxmlformats.org/officeDocument/2006/relationships/font" Target="fonts/PublicSans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4edba08b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4edba08b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4edba08bb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4edba08bb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4d38de1d3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4d38de1d3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!!! Notes, dropped from 3mil to ~300k rows after cleaning.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4edba08bb5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4edba08bb5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4edba08bb5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4edba08bb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4edba08bb5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4edba08bb5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4fa206f3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4fa206f3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4fa206f3bf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4fa206f3b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f85ea4a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f85ea4a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4f7215c5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4f7215c5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4edba08bb5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4edba08bb5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" name="Google Shape;55;p1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" name="Google Shape;56;p1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" name="Google Shape;58;p1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2" name="Google Shape;62;p1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" name="Google Shape;70;p1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7" name="Google Shape;77;p1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" name="Google Shape;78;p1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" name="Google Shape;79;p1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7" name="Google Shape;87;p1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" name="Google Shape;88;p1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" name="Google Shape;89;p1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" name="Google Shape;90;p1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" name="Google Shape;103;p1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2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" name="Google Shape;114;p2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2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bg>
      <p:bgPr>
        <a:solidFill>
          <a:schemeClr val="dk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/>
          <p:nvPr/>
        </p:nvSpPr>
        <p:spPr>
          <a:xfrm>
            <a:off x="228600" y="223500"/>
            <a:ext cx="8686800" cy="46965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3" name="Google Shape;133;p23"/>
          <p:cNvSpPr txBox="1"/>
          <p:nvPr>
            <p:ph type="title"/>
          </p:nvPr>
        </p:nvSpPr>
        <p:spPr>
          <a:xfrm>
            <a:off x="398075" y="365350"/>
            <a:ext cx="7447200" cy="16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39807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35" name="Google Shape;135;p23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ex &amp; Content">
  <p:cSld name="CUSTOM_13">
    <p:bg>
      <p:bgPr>
        <a:solidFill>
          <a:schemeClr val="dk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/>
          <p:nvPr/>
        </p:nvSpPr>
        <p:spPr>
          <a:xfrm>
            <a:off x="22845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24"/>
          <p:cNvSpPr txBox="1"/>
          <p:nvPr>
            <p:ph type="title"/>
          </p:nvPr>
        </p:nvSpPr>
        <p:spPr>
          <a:xfrm>
            <a:off x="571350" y="371077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41" name="Google Shape;141;p24"/>
          <p:cNvSpPr txBox="1"/>
          <p:nvPr>
            <p:ph idx="2" type="body"/>
          </p:nvPr>
        </p:nvSpPr>
        <p:spPr>
          <a:xfrm>
            <a:off x="571350" y="620025"/>
            <a:ext cx="60606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42" name="Google Shape;142;p24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 type="tx">
  <p:cSld name="TITLE_AND_BODY">
    <p:bg>
      <p:bgPr>
        <a:solidFill>
          <a:schemeClr val="dk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/>
          <p:nvPr/>
        </p:nvSpPr>
        <p:spPr>
          <a:xfrm>
            <a:off x="22845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" name="Google Shape;146;p25"/>
          <p:cNvSpPr txBox="1"/>
          <p:nvPr>
            <p:ph type="title"/>
          </p:nvPr>
        </p:nvSpPr>
        <p:spPr>
          <a:xfrm>
            <a:off x="571350" y="371077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47" name="Google Shape;147;p25"/>
          <p:cNvSpPr txBox="1"/>
          <p:nvPr>
            <p:ph idx="2" type="body"/>
          </p:nvPr>
        </p:nvSpPr>
        <p:spPr>
          <a:xfrm>
            <a:off x="396725" y="620025"/>
            <a:ext cx="55821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148" name="Google Shape;148;p25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nded Audience" type="twoColTx">
  <p:cSld name="TITLE_AND_TWO_COLUMNS">
    <p:bg>
      <p:bgPr>
        <a:solidFill>
          <a:schemeClr val="dk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/>
          <p:nvPr/>
        </p:nvSpPr>
        <p:spPr>
          <a:xfrm>
            <a:off x="22860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1" name="Google Shape;151;p26"/>
          <p:cNvSpPr txBox="1"/>
          <p:nvPr>
            <p:ph type="title"/>
          </p:nvPr>
        </p:nvSpPr>
        <p:spPr>
          <a:xfrm>
            <a:off x="396875" y="3950225"/>
            <a:ext cx="72279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228600" y="4707300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3" name="Google Shape;153;p26"/>
          <p:cNvSpPr/>
          <p:nvPr>
            <p:ph idx="2" type="pic"/>
          </p:nvPr>
        </p:nvSpPr>
        <p:spPr>
          <a:xfrm>
            <a:off x="396875" y="644975"/>
            <a:ext cx="2685600" cy="2131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4" name="Google Shape;154;p26"/>
          <p:cNvSpPr/>
          <p:nvPr>
            <p:ph idx="3" type="pic"/>
          </p:nvPr>
        </p:nvSpPr>
        <p:spPr>
          <a:xfrm>
            <a:off x="3243990" y="644975"/>
            <a:ext cx="2685600" cy="2131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5" name="Google Shape;155;p26"/>
          <p:cNvSpPr/>
          <p:nvPr>
            <p:ph idx="4" type="pic"/>
          </p:nvPr>
        </p:nvSpPr>
        <p:spPr>
          <a:xfrm>
            <a:off x="6091104" y="644975"/>
            <a:ext cx="2685600" cy="2131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6" name="Google Shape;156;p26"/>
          <p:cNvSpPr txBox="1"/>
          <p:nvPr>
            <p:ph idx="5" type="title"/>
          </p:nvPr>
        </p:nvSpPr>
        <p:spPr>
          <a:xfrm>
            <a:off x="770225" y="2837950"/>
            <a:ext cx="19389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6"/>
          <p:cNvSpPr txBox="1"/>
          <p:nvPr>
            <p:ph idx="6" type="title"/>
          </p:nvPr>
        </p:nvSpPr>
        <p:spPr>
          <a:xfrm>
            <a:off x="3602700" y="2837950"/>
            <a:ext cx="19389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6"/>
          <p:cNvSpPr txBox="1"/>
          <p:nvPr>
            <p:ph idx="7" type="title"/>
          </p:nvPr>
        </p:nvSpPr>
        <p:spPr>
          <a:xfrm>
            <a:off x="6464454" y="2837950"/>
            <a:ext cx="19389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6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 color 1" type="titleOnly">
  <p:cSld name="TITLE_ONLY"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/>
          <p:nvPr/>
        </p:nvSpPr>
        <p:spPr>
          <a:xfrm>
            <a:off x="228600" y="223500"/>
            <a:ext cx="86871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2" name="Google Shape;162;p27"/>
          <p:cNvSpPr/>
          <p:nvPr/>
        </p:nvSpPr>
        <p:spPr>
          <a:xfrm>
            <a:off x="228600" y="223500"/>
            <a:ext cx="78003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3" name="Google Shape;163;p27"/>
          <p:cNvSpPr/>
          <p:nvPr/>
        </p:nvSpPr>
        <p:spPr>
          <a:xfrm>
            <a:off x="228600" y="223500"/>
            <a:ext cx="68427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4" name="Google Shape;164;p27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374200" y="4213750"/>
            <a:ext cx="4167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/>
        </p:txBody>
      </p:sp>
      <p:sp>
        <p:nvSpPr>
          <p:cNvPr id="166" name="Google Shape;166;p27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7" name="Google Shape;167;p27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 color 2">
  <p:cSld name="CUSTOM_11">
    <p:bg>
      <p:bgPr>
        <a:solidFill>
          <a:schemeClr val="dk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/>
          <p:nvPr/>
        </p:nvSpPr>
        <p:spPr>
          <a:xfrm>
            <a:off x="228600" y="223500"/>
            <a:ext cx="86871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0" name="Google Shape;170;p28"/>
          <p:cNvSpPr/>
          <p:nvPr/>
        </p:nvSpPr>
        <p:spPr>
          <a:xfrm>
            <a:off x="228600" y="223500"/>
            <a:ext cx="78003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1" name="Google Shape;171;p28"/>
          <p:cNvSpPr/>
          <p:nvPr/>
        </p:nvSpPr>
        <p:spPr>
          <a:xfrm>
            <a:off x="228600" y="223500"/>
            <a:ext cx="68427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2" name="Google Shape;172;p28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8"/>
          <p:cNvSpPr txBox="1"/>
          <p:nvPr>
            <p:ph idx="1" type="body"/>
          </p:nvPr>
        </p:nvSpPr>
        <p:spPr>
          <a:xfrm>
            <a:off x="374200" y="4213750"/>
            <a:ext cx="4167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/>
        </p:txBody>
      </p:sp>
      <p:sp>
        <p:nvSpPr>
          <p:cNvPr id="174" name="Google Shape;174;p28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5" name="Google Shape;175;p28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 color 3">
  <p:cSld name="CUSTOM_12">
    <p:bg>
      <p:bgPr>
        <a:solidFill>
          <a:schemeClr val="dk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/>
          <p:nvPr/>
        </p:nvSpPr>
        <p:spPr>
          <a:xfrm>
            <a:off x="228600" y="223500"/>
            <a:ext cx="86871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8" name="Google Shape;178;p29"/>
          <p:cNvSpPr/>
          <p:nvPr/>
        </p:nvSpPr>
        <p:spPr>
          <a:xfrm>
            <a:off x="228600" y="223500"/>
            <a:ext cx="78003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9" name="Google Shape;179;p29"/>
          <p:cNvSpPr/>
          <p:nvPr/>
        </p:nvSpPr>
        <p:spPr>
          <a:xfrm>
            <a:off x="228600" y="223500"/>
            <a:ext cx="6842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0" name="Google Shape;180;p29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idx="1" type="body"/>
          </p:nvPr>
        </p:nvSpPr>
        <p:spPr>
          <a:xfrm>
            <a:off x="374200" y="4213750"/>
            <a:ext cx="4167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/>
        </p:txBody>
      </p:sp>
      <p:sp>
        <p:nvSpPr>
          <p:cNvPr id="182" name="Google Shape;182;p29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3" name="Google Shape;183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lvl="1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lvl="2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lvl="3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lvl="4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lvl="5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lvl="6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lvl="7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lvl="8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9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ny Overview">
  <p:cSld name="ONE_COLUMN_TEXT">
    <p:bg>
      <p:bgPr>
        <a:solidFill>
          <a:schemeClr val="dk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/>
          <p:nvPr/>
        </p:nvSpPr>
        <p:spPr>
          <a:xfrm>
            <a:off x="3899425" y="223500"/>
            <a:ext cx="50160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7" name="Google Shape;187;p30"/>
          <p:cNvSpPr/>
          <p:nvPr>
            <p:ph idx="2" type="pic"/>
          </p:nvPr>
        </p:nvSpPr>
        <p:spPr>
          <a:xfrm>
            <a:off x="228600" y="223500"/>
            <a:ext cx="3547800" cy="3302100"/>
          </a:xfrm>
          <a:prstGeom prst="roundRect">
            <a:avLst>
              <a:gd fmla="val 9186" name="adj"/>
            </a:avLst>
          </a:prstGeom>
          <a:noFill/>
          <a:ln>
            <a:noFill/>
          </a:ln>
        </p:spPr>
      </p:sp>
      <p:sp>
        <p:nvSpPr>
          <p:cNvPr id="188" name="Google Shape;188;p30"/>
          <p:cNvSpPr txBox="1"/>
          <p:nvPr>
            <p:ph idx="1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9" name="Google Shape;189;p30"/>
          <p:cNvSpPr txBox="1"/>
          <p:nvPr>
            <p:ph idx="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0" name="Google Shape;190;p30"/>
          <p:cNvSpPr txBox="1"/>
          <p:nvPr>
            <p:ph type="title"/>
          </p:nvPr>
        </p:nvSpPr>
        <p:spPr>
          <a:xfrm>
            <a:off x="4024125" y="430338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0"/>
          <p:cNvSpPr txBox="1"/>
          <p:nvPr>
            <p:ph idx="4" type="body"/>
          </p:nvPr>
        </p:nvSpPr>
        <p:spPr>
          <a:xfrm>
            <a:off x="4024125" y="1261138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2" name="Google Shape;192;p30"/>
          <p:cNvSpPr txBox="1"/>
          <p:nvPr>
            <p:ph idx="5" type="title"/>
          </p:nvPr>
        </p:nvSpPr>
        <p:spPr>
          <a:xfrm>
            <a:off x="6588700" y="430338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30"/>
          <p:cNvSpPr txBox="1"/>
          <p:nvPr>
            <p:ph idx="6" type="body"/>
          </p:nvPr>
        </p:nvSpPr>
        <p:spPr>
          <a:xfrm>
            <a:off x="6588700" y="1261138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4" name="Google Shape;194;p30"/>
          <p:cNvSpPr txBox="1"/>
          <p:nvPr>
            <p:ph idx="7" type="title"/>
          </p:nvPr>
        </p:nvSpPr>
        <p:spPr>
          <a:xfrm>
            <a:off x="4024138" y="2685663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0"/>
          <p:cNvSpPr txBox="1"/>
          <p:nvPr>
            <p:ph idx="8" type="body"/>
          </p:nvPr>
        </p:nvSpPr>
        <p:spPr>
          <a:xfrm>
            <a:off x="4024138" y="3516463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6" name="Google Shape;196;p30"/>
          <p:cNvSpPr txBox="1"/>
          <p:nvPr>
            <p:ph idx="9" type="title"/>
          </p:nvPr>
        </p:nvSpPr>
        <p:spPr>
          <a:xfrm>
            <a:off x="6588713" y="2685663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30"/>
          <p:cNvSpPr txBox="1"/>
          <p:nvPr>
            <p:ph idx="13" type="body"/>
          </p:nvPr>
        </p:nvSpPr>
        <p:spPr>
          <a:xfrm>
            <a:off x="6588713" y="3516463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8" name="Google Shape;198;p30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&amp; Outcomes">
  <p:cSld name="MAIN_POINT"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01" name="Google Shape;201;p31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2" name="Google Shape;202;p31"/>
          <p:cNvSpPr txBox="1"/>
          <p:nvPr>
            <p:ph idx="2" type="subTitle"/>
          </p:nvPr>
        </p:nvSpPr>
        <p:spPr>
          <a:xfrm>
            <a:off x="538050" y="396875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1"/>
          <p:cNvSpPr txBox="1"/>
          <p:nvPr>
            <p:ph idx="3" type="body"/>
          </p:nvPr>
        </p:nvSpPr>
        <p:spPr>
          <a:xfrm>
            <a:off x="538050" y="693751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4" name="Google Shape;204;p31"/>
          <p:cNvSpPr txBox="1"/>
          <p:nvPr>
            <p:ph type="title"/>
          </p:nvPr>
        </p:nvSpPr>
        <p:spPr>
          <a:xfrm>
            <a:off x="393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05" name="Google Shape;205;p31"/>
          <p:cNvSpPr txBox="1"/>
          <p:nvPr>
            <p:ph idx="4" type="subTitle"/>
          </p:nvPr>
        </p:nvSpPr>
        <p:spPr>
          <a:xfrm>
            <a:off x="538050" y="1224478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31"/>
          <p:cNvSpPr txBox="1"/>
          <p:nvPr>
            <p:ph idx="5" type="body"/>
          </p:nvPr>
        </p:nvSpPr>
        <p:spPr>
          <a:xfrm>
            <a:off x="538050" y="1521355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7" name="Google Shape;207;p31"/>
          <p:cNvSpPr txBox="1"/>
          <p:nvPr>
            <p:ph idx="6" type="subTitle"/>
          </p:nvPr>
        </p:nvSpPr>
        <p:spPr>
          <a:xfrm>
            <a:off x="538050" y="2130802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31"/>
          <p:cNvSpPr txBox="1"/>
          <p:nvPr>
            <p:ph idx="7" type="body"/>
          </p:nvPr>
        </p:nvSpPr>
        <p:spPr>
          <a:xfrm>
            <a:off x="538050" y="2427671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9" name="Google Shape;209;p31"/>
          <p:cNvSpPr txBox="1"/>
          <p:nvPr>
            <p:ph idx="8" type="subTitle"/>
          </p:nvPr>
        </p:nvSpPr>
        <p:spPr>
          <a:xfrm>
            <a:off x="538050" y="3037130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1"/>
          <p:cNvSpPr txBox="1"/>
          <p:nvPr>
            <p:ph idx="9" type="body"/>
          </p:nvPr>
        </p:nvSpPr>
        <p:spPr>
          <a:xfrm>
            <a:off x="538050" y="3334000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1" name="Google Shape;211;p31"/>
          <p:cNvSpPr/>
          <p:nvPr/>
        </p:nvSpPr>
        <p:spPr>
          <a:xfrm>
            <a:off x="4633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12" name="Google Shape;212;p31"/>
          <p:cNvSpPr txBox="1"/>
          <p:nvPr>
            <p:ph idx="13" type="body"/>
          </p:nvPr>
        </p:nvSpPr>
        <p:spPr>
          <a:xfrm>
            <a:off x="4982950" y="693751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3" name="Google Shape;213;p31"/>
          <p:cNvSpPr txBox="1"/>
          <p:nvPr>
            <p:ph idx="14" type="title"/>
          </p:nvPr>
        </p:nvSpPr>
        <p:spPr>
          <a:xfrm>
            <a:off x="4798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4" name="Google Shape;214;p31"/>
          <p:cNvSpPr txBox="1"/>
          <p:nvPr>
            <p:ph idx="15" type="subTitle"/>
          </p:nvPr>
        </p:nvSpPr>
        <p:spPr>
          <a:xfrm>
            <a:off x="4982950" y="1224478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31"/>
          <p:cNvSpPr txBox="1"/>
          <p:nvPr>
            <p:ph idx="16" type="body"/>
          </p:nvPr>
        </p:nvSpPr>
        <p:spPr>
          <a:xfrm>
            <a:off x="4982950" y="1521354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6" name="Google Shape;216;p31"/>
          <p:cNvSpPr txBox="1"/>
          <p:nvPr>
            <p:ph idx="17" type="subTitle"/>
          </p:nvPr>
        </p:nvSpPr>
        <p:spPr>
          <a:xfrm>
            <a:off x="4982950" y="2130801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1"/>
          <p:cNvSpPr txBox="1"/>
          <p:nvPr>
            <p:ph idx="18" type="body"/>
          </p:nvPr>
        </p:nvSpPr>
        <p:spPr>
          <a:xfrm>
            <a:off x="4982950" y="2427670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8" name="Google Shape;218;p31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19" name="Google Shape;219;p31"/>
          <p:cNvSpPr txBox="1"/>
          <p:nvPr>
            <p:ph idx="19" type="subTitle"/>
          </p:nvPr>
        </p:nvSpPr>
        <p:spPr>
          <a:xfrm>
            <a:off x="4982950" y="3037129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31"/>
          <p:cNvSpPr txBox="1"/>
          <p:nvPr>
            <p:ph idx="20" type="body"/>
          </p:nvPr>
        </p:nvSpPr>
        <p:spPr>
          <a:xfrm>
            <a:off x="4982950" y="3333998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1" name="Google Shape;221;p31"/>
          <p:cNvSpPr txBox="1"/>
          <p:nvPr>
            <p:ph idx="21" type="subTitle"/>
          </p:nvPr>
        </p:nvSpPr>
        <p:spPr>
          <a:xfrm>
            <a:off x="4982950" y="396875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w We Work">
  <p:cSld name="SECTION_TITLE_AND_DESCRIPTION">
    <p:bg>
      <p:bgPr>
        <a:solidFill>
          <a:schemeClr val="dk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/>
          <p:nvPr/>
        </p:nvSpPr>
        <p:spPr>
          <a:xfrm>
            <a:off x="226275" y="223500"/>
            <a:ext cx="2816100" cy="1171500"/>
          </a:xfrm>
          <a:prstGeom prst="roundRect">
            <a:avLst>
              <a:gd fmla="val 248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4" name="Google Shape;224;p32"/>
          <p:cNvSpPr/>
          <p:nvPr/>
        </p:nvSpPr>
        <p:spPr>
          <a:xfrm>
            <a:off x="3165850" y="223500"/>
            <a:ext cx="2813700" cy="3706800"/>
          </a:xfrm>
          <a:prstGeom prst="roundRect">
            <a:avLst>
              <a:gd fmla="val 1413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5" name="Google Shape;225;p32"/>
          <p:cNvSpPr/>
          <p:nvPr>
            <p:ph idx="2" type="pic"/>
          </p:nvPr>
        </p:nvSpPr>
        <p:spPr>
          <a:xfrm>
            <a:off x="228675" y="1535050"/>
            <a:ext cx="2813700" cy="2395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26" name="Google Shape;226;p32"/>
          <p:cNvSpPr/>
          <p:nvPr/>
        </p:nvSpPr>
        <p:spPr>
          <a:xfrm>
            <a:off x="6103025" y="2763825"/>
            <a:ext cx="2816100" cy="1171500"/>
          </a:xfrm>
          <a:prstGeom prst="roundRect">
            <a:avLst>
              <a:gd fmla="val 248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7" name="Google Shape;227;p32"/>
          <p:cNvSpPr/>
          <p:nvPr>
            <p:ph idx="3" type="pic"/>
          </p:nvPr>
        </p:nvSpPr>
        <p:spPr>
          <a:xfrm>
            <a:off x="6105350" y="223500"/>
            <a:ext cx="2813700" cy="2395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28" name="Google Shape;228;p32"/>
          <p:cNvSpPr txBox="1"/>
          <p:nvPr>
            <p:ph idx="1" type="subTitle"/>
          </p:nvPr>
        </p:nvSpPr>
        <p:spPr>
          <a:xfrm>
            <a:off x="210100" y="4062125"/>
            <a:ext cx="4860600" cy="64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9" name="Google Shape;229;p32"/>
          <p:cNvSpPr txBox="1"/>
          <p:nvPr>
            <p:ph idx="4" type="subTitle"/>
          </p:nvPr>
        </p:nvSpPr>
        <p:spPr>
          <a:xfrm>
            <a:off x="415725" y="291000"/>
            <a:ext cx="2437200" cy="103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2"/>
          <p:cNvSpPr txBox="1"/>
          <p:nvPr>
            <p:ph idx="5" type="subTitle"/>
          </p:nvPr>
        </p:nvSpPr>
        <p:spPr>
          <a:xfrm>
            <a:off x="6292475" y="2831325"/>
            <a:ext cx="2437200" cy="103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2"/>
          <p:cNvSpPr txBox="1"/>
          <p:nvPr>
            <p:ph type="title"/>
          </p:nvPr>
        </p:nvSpPr>
        <p:spPr>
          <a:xfrm>
            <a:off x="3357469" y="375900"/>
            <a:ext cx="2492700" cy="10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2" name="Google Shape;232;p32"/>
          <p:cNvSpPr txBox="1"/>
          <p:nvPr>
            <p:ph idx="6" type="body"/>
          </p:nvPr>
        </p:nvSpPr>
        <p:spPr>
          <a:xfrm>
            <a:off x="3321050" y="1395000"/>
            <a:ext cx="2384400" cy="23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3" name="Google Shape;233;p32"/>
          <p:cNvSpPr txBox="1"/>
          <p:nvPr>
            <p:ph idx="7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4" name="Google Shape;234;p32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APTION_ONLY">
    <p:bg>
      <p:bgPr>
        <a:solidFill>
          <a:schemeClr val="dk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3"/>
          <p:cNvSpPr txBox="1"/>
          <p:nvPr>
            <p:ph idx="1" type="subTitle"/>
          </p:nvPr>
        </p:nvSpPr>
        <p:spPr>
          <a:xfrm>
            <a:off x="228600" y="3858425"/>
            <a:ext cx="2202600" cy="84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7" name="Google Shape;237;p33"/>
          <p:cNvSpPr/>
          <p:nvPr>
            <p:ph idx="2" type="pic"/>
          </p:nvPr>
        </p:nvSpPr>
        <p:spPr>
          <a:xfrm>
            <a:off x="3351555" y="17747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8" name="Google Shape;238;p33"/>
          <p:cNvSpPr/>
          <p:nvPr>
            <p:ph idx="3" type="pic"/>
          </p:nvPr>
        </p:nvSpPr>
        <p:spPr>
          <a:xfrm>
            <a:off x="4641661" y="17747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9" name="Google Shape;239;p33"/>
          <p:cNvSpPr/>
          <p:nvPr>
            <p:ph idx="4" type="pic"/>
          </p:nvPr>
        </p:nvSpPr>
        <p:spPr>
          <a:xfrm>
            <a:off x="2061450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0" name="Google Shape;240;p33"/>
          <p:cNvSpPr/>
          <p:nvPr>
            <p:ph idx="5" type="pic"/>
          </p:nvPr>
        </p:nvSpPr>
        <p:spPr>
          <a:xfrm>
            <a:off x="3351555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1" name="Google Shape;241;p33"/>
          <p:cNvSpPr/>
          <p:nvPr>
            <p:ph idx="6" type="pic"/>
          </p:nvPr>
        </p:nvSpPr>
        <p:spPr>
          <a:xfrm>
            <a:off x="4641661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2" name="Google Shape;242;p33"/>
          <p:cNvSpPr/>
          <p:nvPr>
            <p:ph idx="7" type="pic"/>
          </p:nvPr>
        </p:nvSpPr>
        <p:spPr>
          <a:xfrm>
            <a:off x="5931766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3" name="Google Shape;243;p33"/>
          <p:cNvSpPr txBox="1"/>
          <p:nvPr>
            <p:ph idx="8" type="body"/>
          </p:nvPr>
        </p:nvSpPr>
        <p:spPr>
          <a:xfrm>
            <a:off x="3351550" y="1328275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4" name="Google Shape;244;p33"/>
          <p:cNvSpPr txBox="1"/>
          <p:nvPr>
            <p:ph idx="9" type="body"/>
          </p:nvPr>
        </p:nvSpPr>
        <p:spPr>
          <a:xfrm>
            <a:off x="4641650" y="1328275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5" name="Google Shape;245;p33"/>
          <p:cNvSpPr txBox="1"/>
          <p:nvPr>
            <p:ph idx="13" type="body"/>
          </p:nvPr>
        </p:nvSpPr>
        <p:spPr>
          <a:xfrm>
            <a:off x="2061425" y="2978988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6" name="Google Shape;246;p33"/>
          <p:cNvSpPr txBox="1"/>
          <p:nvPr>
            <p:ph idx="14" type="body"/>
          </p:nvPr>
        </p:nvSpPr>
        <p:spPr>
          <a:xfrm>
            <a:off x="3351525" y="2978988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7" name="Google Shape;247;p33"/>
          <p:cNvSpPr txBox="1"/>
          <p:nvPr>
            <p:ph idx="15" type="body"/>
          </p:nvPr>
        </p:nvSpPr>
        <p:spPr>
          <a:xfrm>
            <a:off x="4641650" y="2968988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8" name="Google Shape;248;p33"/>
          <p:cNvSpPr txBox="1"/>
          <p:nvPr>
            <p:ph idx="16" type="body"/>
          </p:nvPr>
        </p:nvSpPr>
        <p:spPr>
          <a:xfrm>
            <a:off x="5931775" y="2968988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9" name="Google Shape;249;p33"/>
          <p:cNvSpPr/>
          <p:nvPr>
            <p:ph idx="17" type="pic"/>
          </p:nvPr>
        </p:nvSpPr>
        <p:spPr>
          <a:xfrm>
            <a:off x="2706505" y="346891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0" name="Google Shape;250;p33"/>
          <p:cNvSpPr/>
          <p:nvPr>
            <p:ph idx="18" type="pic"/>
          </p:nvPr>
        </p:nvSpPr>
        <p:spPr>
          <a:xfrm>
            <a:off x="3996611" y="346891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1" name="Google Shape;251;p33"/>
          <p:cNvSpPr/>
          <p:nvPr>
            <p:ph idx="19" type="pic"/>
          </p:nvPr>
        </p:nvSpPr>
        <p:spPr>
          <a:xfrm>
            <a:off x="5286716" y="346891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2" name="Google Shape;252;p33"/>
          <p:cNvSpPr txBox="1"/>
          <p:nvPr>
            <p:ph idx="20" type="body"/>
          </p:nvPr>
        </p:nvSpPr>
        <p:spPr>
          <a:xfrm>
            <a:off x="2706475" y="4629713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3" name="Google Shape;253;p33"/>
          <p:cNvSpPr txBox="1"/>
          <p:nvPr>
            <p:ph idx="21" type="body"/>
          </p:nvPr>
        </p:nvSpPr>
        <p:spPr>
          <a:xfrm>
            <a:off x="3996600" y="4619713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" name="Google Shape;254;p33"/>
          <p:cNvSpPr txBox="1"/>
          <p:nvPr>
            <p:ph idx="22" type="body"/>
          </p:nvPr>
        </p:nvSpPr>
        <p:spPr>
          <a:xfrm>
            <a:off x="5286725" y="4619713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33"/>
          <p:cNvSpPr txBox="1"/>
          <p:nvPr>
            <p:ph idx="2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6" name="Google Shape;256;p33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le Overview">
  <p:cSld name="BIG_NUMBER">
    <p:bg>
      <p:bgPr>
        <a:solidFill>
          <a:schemeClr val="dk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4"/>
          <p:cNvSpPr/>
          <p:nvPr/>
        </p:nvSpPr>
        <p:spPr>
          <a:xfrm>
            <a:off x="2286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59" name="Google Shape;259;p34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0" name="Google Shape;260;p34"/>
          <p:cNvSpPr txBox="1"/>
          <p:nvPr>
            <p:ph idx="2" type="body"/>
          </p:nvPr>
        </p:nvSpPr>
        <p:spPr>
          <a:xfrm>
            <a:off x="5373925" y="3376450"/>
            <a:ext cx="3541500" cy="10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1" name="Google Shape;261;p34"/>
          <p:cNvSpPr txBox="1"/>
          <p:nvPr>
            <p:ph idx="3" type="body"/>
          </p:nvPr>
        </p:nvSpPr>
        <p:spPr>
          <a:xfrm>
            <a:off x="2801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2" name="Google Shape;262;p34"/>
          <p:cNvSpPr/>
          <p:nvPr/>
        </p:nvSpPr>
        <p:spPr>
          <a:xfrm>
            <a:off x="24311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3" name="Google Shape;263;p34"/>
          <p:cNvSpPr txBox="1"/>
          <p:nvPr>
            <p:ph idx="4" type="body"/>
          </p:nvPr>
        </p:nvSpPr>
        <p:spPr>
          <a:xfrm>
            <a:off x="24826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4" name="Google Shape;264;p34"/>
          <p:cNvSpPr/>
          <p:nvPr/>
        </p:nvSpPr>
        <p:spPr>
          <a:xfrm>
            <a:off x="46336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5" name="Google Shape;265;p34"/>
          <p:cNvSpPr txBox="1"/>
          <p:nvPr>
            <p:ph idx="5" type="body"/>
          </p:nvPr>
        </p:nvSpPr>
        <p:spPr>
          <a:xfrm>
            <a:off x="46851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6" name="Google Shape;266;p34"/>
          <p:cNvSpPr/>
          <p:nvPr/>
        </p:nvSpPr>
        <p:spPr>
          <a:xfrm>
            <a:off x="68361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7" name="Google Shape;267;p34"/>
          <p:cNvSpPr txBox="1"/>
          <p:nvPr>
            <p:ph idx="6" type="body"/>
          </p:nvPr>
        </p:nvSpPr>
        <p:spPr>
          <a:xfrm>
            <a:off x="68876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8" name="Google Shape;268;p34"/>
          <p:cNvSpPr txBox="1"/>
          <p:nvPr>
            <p:ph idx="7" type="subTitle"/>
          </p:nvPr>
        </p:nvSpPr>
        <p:spPr>
          <a:xfrm>
            <a:off x="2801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34"/>
          <p:cNvSpPr txBox="1"/>
          <p:nvPr>
            <p:ph idx="8" type="subTitle"/>
          </p:nvPr>
        </p:nvSpPr>
        <p:spPr>
          <a:xfrm>
            <a:off x="24826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34"/>
          <p:cNvSpPr txBox="1"/>
          <p:nvPr>
            <p:ph idx="9" type="subTitle"/>
          </p:nvPr>
        </p:nvSpPr>
        <p:spPr>
          <a:xfrm>
            <a:off x="46851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4"/>
          <p:cNvSpPr txBox="1"/>
          <p:nvPr>
            <p:ph idx="13" type="subTitle"/>
          </p:nvPr>
        </p:nvSpPr>
        <p:spPr>
          <a:xfrm>
            <a:off x="68876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34"/>
          <p:cNvSpPr txBox="1"/>
          <p:nvPr>
            <p:ph idx="14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3" name="Google Shape;273;p34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 Rules" type="blank">
  <p:cSld name="BLANK">
    <p:bg>
      <p:bgPr>
        <a:solidFill>
          <a:schemeClr val="dk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5"/>
          <p:cNvSpPr txBox="1"/>
          <p:nvPr>
            <p:ph idx="1" type="body"/>
          </p:nvPr>
        </p:nvSpPr>
        <p:spPr>
          <a:xfrm>
            <a:off x="228600" y="223500"/>
            <a:ext cx="4280700" cy="14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6" name="Google Shape;276;p35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7" name="Google Shape;277;p35"/>
          <p:cNvSpPr txBox="1"/>
          <p:nvPr>
            <p:ph idx="3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8" name="Google Shape;278;p35"/>
          <p:cNvSpPr/>
          <p:nvPr/>
        </p:nvSpPr>
        <p:spPr>
          <a:xfrm>
            <a:off x="4633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9" name="Google Shape;279;p35"/>
          <p:cNvSpPr txBox="1"/>
          <p:nvPr>
            <p:ph idx="4" type="subTitle"/>
          </p:nvPr>
        </p:nvSpPr>
        <p:spPr>
          <a:xfrm>
            <a:off x="4849425" y="1251515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35"/>
          <p:cNvSpPr txBox="1"/>
          <p:nvPr>
            <p:ph idx="5" type="body"/>
          </p:nvPr>
        </p:nvSpPr>
        <p:spPr>
          <a:xfrm>
            <a:off x="4849488" y="1548391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1" name="Google Shape;281;p35"/>
          <p:cNvSpPr txBox="1"/>
          <p:nvPr>
            <p:ph idx="6" type="subTitle"/>
          </p:nvPr>
        </p:nvSpPr>
        <p:spPr>
          <a:xfrm>
            <a:off x="4849425" y="2052387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35"/>
          <p:cNvSpPr txBox="1"/>
          <p:nvPr>
            <p:ph idx="7" type="body"/>
          </p:nvPr>
        </p:nvSpPr>
        <p:spPr>
          <a:xfrm>
            <a:off x="4849488" y="2349257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3" name="Google Shape;283;p35"/>
          <p:cNvSpPr txBox="1"/>
          <p:nvPr>
            <p:ph idx="8" type="subTitle"/>
          </p:nvPr>
        </p:nvSpPr>
        <p:spPr>
          <a:xfrm>
            <a:off x="4849425" y="2859065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35"/>
          <p:cNvSpPr txBox="1"/>
          <p:nvPr>
            <p:ph idx="9" type="body"/>
          </p:nvPr>
        </p:nvSpPr>
        <p:spPr>
          <a:xfrm>
            <a:off x="4849488" y="3155934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5" name="Google Shape;285;p35"/>
          <p:cNvSpPr txBox="1"/>
          <p:nvPr>
            <p:ph idx="13" type="subTitle"/>
          </p:nvPr>
        </p:nvSpPr>
        <p:spPr>
          <a:xfrm>
            <a:off x="4849425" y="3747093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35"/>
          <p:cNvSpPr txBox="1"/>
          <p:nvPr>
            <p:ph idx="14" type="body"/>
          </p:nvPr>
        </p:nvSpPr>
        <p:spPr>
          <a:xfrm>
            <a:off x="4849488" y="4043962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7" name="Google Shape;287;p35"/>
          <p:cNvSpPr txBox="1"/>
          <p:nvPr>
            <p:ph idx="15" type="subTitle"/>
          </p:nvPr>
        </p:nvSpPr>
        <p:spPr>
          <a:xfrm>
            <a:off x="4849425" y="450638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5"/>
          <p:cNvSpPr txBox="1"/>
          <p:nvPr>
            <p:ph idx="16" type="body"/>
          </p:nvPr>
        </p:nvSpPr>
        <p:spPr>
          <a:xfrm>
            <a:off x="4849488" y="747514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9" name="Google Shape;289;p35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">
    <p:bg>
      <p:bgPr>
        <a:solidFill>
          <a:schemeClr val="dk1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6"/>
          <p:cNvSpPr txBox="1"/>
          <p:nvPr>
            <p:ph type="title"/>
          </p:nvPr>
        </p:nvSpPr>
        <p:spPr>
          <a:xfrm>
            <a:off x="962775" y="223500"/>
            <a:ext cx="7952700" cy="20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b="1" sz="96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2" name="Google Shape;292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ols &amp; Meetings">
  <p:cSld name="CUSTOM_2">
    <p:bg>
      <p:bgPr>
        <a:solidFill>
          <a:schemeClr val="dk1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95" name="Google Shape;295;p37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6" name="Google Shape;296;p37"/>
          <p:cNvSpPr txBox="1"/>
          <p:nvPr>
            <p:ph type="title"/>
          </p:nvPr>
        </p:nvSpPr>
        <p:spPr>
          <a:xfrm>
            <a:off x="393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7" name="Google Shape;297;p37"/>
          <p:cNvSpPr txBox="1"/>
          <p:nvPr>
            <p:ph idx="2" type="body"/>
          </p:nvPr>
        </p:nvSpPr>
        <p:spPr>
          <a:xfrm>
            <a:off x="517200" y="396875"/>
            <a:ext cx="3703500" cy="33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8" name="Google Shape;298;p37"/>
          <p:cNvSpPr/>
          <p:nvPr/>
        </p:nvSpPr>
        <p:spPr>
          <a:xfrm>
            <a:off x="4633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99" name="Google Shape;299;p37"/>
          <p:cNvSpPr txBox="1"/>
          <p:nvPr>
            <p:ph idx="3" type="title"/>
          </p:nvPr>
        </p:nvSpPr>
        <p:spPr>
          <a:xfrm>
            <a:off x="4798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0" name="Google Shape;300;p37"/>
          <p:cNvSpPr txBox="1"/>
          <p:nvPr>
            <p:ph idx="4" type="body"/>
          </p:nvPr>
        </p:nvSpPr>
        <p:spPr>
          <a:xfrm>
            <a:off x="4922200" y="396875"/>
            <a:ext cx="3703500" cy="33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1" name="Google Shape;301;p37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ps for success">
  <p:cSld name="CUSTOM_3">
    <p:bg>
      <p:bgPr>
        <a:solidFill>
          <a:schemeClr val="dk1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/>
          <p:nvPr/>
        </p:nvSpPr>
        <p:spPr>
          <a:xfrm>
            <a:off x="3899425" y="223500"/>
            <a:ext cx="5016000" cy="4483800"/>
          </a:xfrm>
          <a:prstGeom prst="roundRect">
            <a:avLst>
              <a:gd fmla="val 71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04" name="Google Shape;304;p38"/>
          <p:cNvSpPr/>
          <p:nvPr>
            <p:ph idx="2" type="pic"/>
          </p:nvPr>
        </p:nvSpPr>
        <p:spPr>
          <a:xfrm>
            <a:off x="228600" y="223500"/>
            <a:ext cx="3547800" cy="3302100"/>
          </a:xfrm>
          <a:prstGeom prst="roundRect">
            <a:avLst>
              <a:gd fmla="val 9186" name="adj"/>
            </a:avLst>
          </a:prstGeom>
          <a:noFill/>
          <a:ln>
            <a:noFill/>
          </a:ln>
        </p:spPr>
      </p:sp>
      <p:sp>
        <p:nvSpPr>
          <p:cNvPr id="305" name="Google Shape;305;p38"/>
          <p:cNvSpPr txBox="1"/>
          <p:nvPr>
            <p:ph idx="1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" name="Google Shape;306;p38"/>
          <p:cNvSpPr txBox="1"/>
          <p:nvPr>
            <p:ph idx="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7" name="Google Shape;307;p38"/>
          <p:cNvSpPr txBox="1"/>
          <p:nvPr>
            <p:ph type="title"/>
          </p:nvPr>
        </p:nvSpPr>
        <p:spPr>
          <a:xfrm>
            <a:off x="4024125" y="430338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8"/>
          <p:cNvSpPr txBox="1"/>
          <p:nvPr>
            <p:ph idx="4" type="body"/>
          </p:nvPr>
        </p:nvSpPr>
        <p:spPr>
          <a:xfrm>
            <a:off x="4024125" y="1261138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9" name="Google Shape;309;p38"/>
          <p:cNvSpPr txBox="1"/>
          <p:nvPr>
            <p:ph idx="5" type="title"/>
          </p:nvPr>
        </p:nvSpPr>
        <p:spPr>
          <a:xfrm>
            <a:off x="6588700" y="430338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38"/>
          <p:cNvSpPr txBox="1"/>
          <p:nvPr>
            <p:ph idx="6" type="body"/>
          </p:nvPr>
        </p:nvSpPr>
        <p:spPr>
          <a:xfrm>
            <a:off x="6588700" y="1261138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1" name="Google Shape;311;p38"/>
          <p:cNvSpPr txBox="1"/>
          <p:nvPr>
            <p:ph idx="7" type="title"/>
          </p:nvPr>
        </p:nvSpPr>
        <p:spPr>
          <a:xfrm>
            <a:off x="4024138" y="2685663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8"/>
          <p:cNvSpPr txBox="1"/>
          <p:nvPr>
            <p:ph idx="8" type="body"/>
          </p:nvPr>
        </p:nvSpPr>
        <p:spPr>
          <a:xfrm>
            <a:off x="4024138" y="3516463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3" name="Google Shape;313;p38"/>
          <p:cNvSpPr txBox="1"/>
          <p:nvPr>
            <p:ph idx="9" type="title"/>
          </p:nvPr>
        </p:nvSpPr>
        <p:spPr>
          <a:xfrm>
            <a:off x="6588713" y="2685663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38"/>
          <p:cNvSpPr txBox="1"/>
          <p:nvPr>
            <p:ph idx="13" type="body"/>
          </p:nvPr>
        </p:nvSpPr>
        <p:spPr>
          <a:xfrm>
            <a:off x="6588713" y="3516463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5" name="Google Shape;315;p38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4">
    <p:bg>
      <p:bgPr>
        <a:solidFill>
          <a:schemeClr val="dk1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9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8" name="Google Shape;318;p39"/>
          <p:cNvSpPr txBox="1"/>
          <p:nvPr>
            <p:ph idx="2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9" name="Google Shape;319;p39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tep process">
  <p:cSld name="CUSTOM_5">
    <p:bg>
      <p:bgPr>
        <a:solidFill>
          <a:schemeClr val="dk1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"/>
          <p:cNvSpPr/>
          <p:nvPr/>
        </p:nvSpPr>
        <p:spPr>
          <a:xfrm>
            <a:off x="228600" y="2235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22" name="Google Shape;322;p40"/>
          <p:cNvSpPr txBox="1"/>
          <p:nvPr>
            <p:ph idx="1" type="subTitle"/>
          </p:nvPr>
        </p:nvSpPr>
        <p:spPr>
          <a:xfrm>
            <a:off x="284650" y="2956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40"/>
          <p:cNvSpPr txBox="1"/>
          <p:nvPr>
            <p:ph idx="2" type="body"/>
          </p:nvPr>
        </p:nvSpPr>
        <p:spPr>
          <a:xfrm>
            <a:off x="284650" y="9634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4" name="Google Shape;324;p40"/>
          <p:cNvSpPr txBox="1"/>
          <p:nvPr>
            <p:ph type="title"/>
          </p:nvPr>
        </p:nvSpPr>
        <p:spPr>
          <a:xfrm>
            <a:off x="240850" y="3175000"/>
            <a:ext cx="5004000" cy="153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40"/>
          <p:cNvSpPr txBox="1"/>
          <p:nvPr>
            <p:ph idx="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40"/>
          <p:cNvSpPr/>
          <p:nvPr/>
        </p:nvSpPr>
        <p:spPr>
          <a:xfrm>
            <a:off x="3165150" y="2235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27" name="Google Shape;327;p40"/>
          <p:cNvSpPr txBox="1"/>
          <p:nvPr>
            <p:ph idx="4" type="subTitle"/>
          </p:nvPr>
        </p:nvSpPr>
        <p:spPr>
          <a:xfrm>
            <a:off x="3221200" y="2956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40"/>
          <p:cNvSpPr txBox="1"/>
          <p:nvPr>
            <p:ph idx="5" type="body"/>
          </p:nvPr>
        </p:nvSpPr>
        <p:spPr>
          <a:xfrm>
            <a:off x="3221200" y="9634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9" name="Google Shape;329;p40"/>
          <p:cNvSpPr/>
          <p:nvPr/>
        </p:nvSpPr>
        <p:spPr>
          <a:xfrm>
            <a:off x="6101700" y="2235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30" name="Google Shape;330;p40"/>
          <p:cNvSpPr txBox="1"/>
          <p:nvPr>
            <p:ph idx="6" type="subTitle"/>
          </p:nvPr>
        </p:nvSpPr>
        <p:spPr>
          <a:xfrm>
            <a:off x="6157750" y="2956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0"/>
          <p:cNvSpPr txBox="1"/>
          <p:nvPr>
            <p:ph idx="7" type="body"/>
          </p:nvPr>
        </p:nvSpPr>
        <p:spPr>
          <a:xfrm>
            <a:off x="6157750" y="9634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2" name="Google Shape;332;p40"/>
          <p:cNvSpPr/>
          <p:nvPr/>
        </p:nvSpPr>
        <p:spPr>
          <a:xfrm>
            <a:off x="6101700" y="25317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33" name="Google Shape;333;p40"/>
          <p:cNvSpPr txBox="1"/>
          <p:nvPr>
            <p:ph idx="8" type="subTitle"/>
          </p:nvPr>
        </p:nvSpPr>
        <p:spPr>
          <a:xfrm>
            <a:off x="6157750" y="26038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40"/>
          <p:cNvSpPr txBox="1"/>
          <p:nvPr>
            <p:ph idx="9" type="body"/>
          </p:nvPr>
        </p:nvSpPr>
        <p:spPr>
          <a:xfrm>
            <a:off x="6157750" y="32716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5" name="Google Shape;335;p40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s &amp; Suggestion ">
  <p:cSld name="CUSTOM_6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1"/>
          <p:cNvSpPr txBox="1"/>
          <p:nvPr>
            <p:ph type="title"/>
          </p:nvPr>
        </p:nvSpPr>
        <p:spPr>
          <a:xfrm>
            <a:off x="240850" y="3175000"/>
            <a:ext cx="5004000" cy="153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8" name="Google Shape;338;p41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9" name="Google Shape;339;p41"/>
          <p:cNvSpPr txBox="1"/>
          <p:nvPr>
            <p:ph idx="2" type="subTitle"/>
          </p:nvPr>
        </p:nvSpPr>
        <p:spPr>
          <a:xfrm>
            <a:off x="228600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0" name="Google Shape;340;p41"/>
          <p:cNvSpPr txBox="1"/>
          <p:nvPr>
            <p:ph idx="3" type="body"/>
          </p:nvPr>
        </p:nvSpPr>
        <p:spPr>
          <a:xfrm>
            <a:off x="228725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1" name="Google Shape;341;p41"/>
          <p:cNvSpPr txBox="1"/>
          <p:nvPr>
            <p:ph idx="4" type="subTitle"/>
          </p:nvPr>
        </p:nvSpPr>
        <p:spPr>
          <a:xfrm>
            <a:off x="2431100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2" name="Google Shape;342;p41"/>
          <p:cNvSpPr txBox="1"/>
          <p:nvPr>
            <p:ph idx="5" type="body"/>
          </p:nvPr>
        </p:nvSpPr>
        <p:spPr>
          <a:xfrm>
            <a:off x="2431225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3" name="Google Shape;343;p41"/>
          <p:cNvSpPr txBox="1"/>
          <p:nvPr>
            <p:ph idx="6" type="subTitle"/>
          </p:nvPr>
        </p:nvSpPr>
        <p:spPr>
          <a:xfrm>
            <a:off x="4633725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4" name="Google Shape;344;p41"/>
          <p:cNvSpPr txBox="1"/>
          <p:nvPr>
            <p:ph idx="7" type="body"/>
          </p:nvPr>
        </p:nvSpPr>
        <p:spPr>
          <a:xfrm>
            <a:off x="4633850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5" name="Google Shape;345;p41"/>
          <p:cNvSpPr txBox="1"/>
          <p:nvPr>
            <p:ph idx="8" type="subTitle"/>
          </p:nvPr>
        </p:nvSpPr>
        <p:spPr>
          <a:xfrm>
            <a:off x="6836100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6" name="Google Shape;346;p41"/>
          <p:cNvSpPr txBox="1"/>
          <p:nvPr>
            <p:ph idx="9" type="body"/>
          </p:nvPr>
        </p:nvSpPr>
        <p:spPr>
          <a:xfrm>
            <a:off x="6836225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7" name="Google Shape;347;p41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rst Months">
  <p:cSld name="CUSTOM_7">
    <p:bg>
      <p:bgPr>
        <a:solidFill>
          <a:schemeClr val="dk1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2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0" name="Google Shape;350;p42"/>
          <p:cNvSpPr txBox="1"/>
          <p:nvPr>
            <p:ph idx="2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1" name="Google Shape;351;p42"/>
          <p:cNvSpPr/>
          <p:nvPr/>
        </p:nvSpPr>
        <p:spPr>
          <a:xfrm>
            <a:off x="228600" y="223500"/>
            <a:ext cx="2813700" cy="32352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52" name="Google Shape;352;p42"/>
          <p:cNvSpPr txBox="1"/>
          <p:nvPr>
            <p:ph idx="3" type="subTitle"/>
          </p:nvPr>
        </p:nvSpPr>
        <p:spPr>
          <a:xfrm>
            <a:off x="284650" y="295600"/>
            <a:ext cx="25728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42"/>
          <p:cNvSpPr txBox="1"/>
          <p:nvPr>
            <p:ph idx="4" type="body"/>
          </p:nvPr>
        </p:nvSpPr>
        <p:spPr>
          <a:xfrm>
            <a:off x="325150" y="1455738"/>
            <a:ext cx="2633700" cy="186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54" name="Google Shape;354;p42"/>
          <p:cNvSpPr/>
          <p:nvPr/>
        </p:nvSpPr>
        <p:spPr>
          <a:xfrm>
            <a:off x="3165150" y="223500"/>
            <a:ext cx="2813700" cy="3235200"/>
          </a:xfrm>
          <a:prstGeom prst="roundRect">
            <a:avLst>
              <a:gd fmla="val 716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55" name="Google Shape;355;p42"/>
          <p:cNvSpPr txBox="1"/>
          <p:nvPr>
            <p:ph idx="5" type="subTitle"/>
          </p:nvPr>
        </p:nvSpPr>
        <p:spPr>
          <a:xfrm>
            <a:off x="3221200" y="295600"/>
            <a:ext cx="25728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42"/>
          <p:cNvSpPr txBox="1"/>
          <p:nvPr>
            <p:ph idx="6" type="body"/>
          </p:nvPr>
        </p:nvSpPr>
        <p:spPr>
          <a:xfrm>
            <a:off x="3261700" y="1455738"/>
            <a:ext cx="2633700" cy="186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57" name="Google Shape;357;p42"/>
          <p:cNvSpPr/>
          <p:nvPr/>
        </p:nvSpPr>
        <p:spPr>
          <a:xfrm>
            <a:off x="6101700" y="223500"/>
            <a:ext cx="2813700" cy="32352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58" name="Google Shape;358;p42"/>
          <p:cNvSpPr txBox="1"/>
          <p:nvPr>
            <p:ph idx="7" type="subTitle"/>
          </p:nvPr>
        </p:nvSpPr>
        <p:spPr>
          <a:xfrm>
            <a:off x="6157750" y="295600"/>
            <a:ext cx="25728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42"/>
          <p:cNvSpPr txBox="1"/>
          <p:nvPr>
            <p:ph idx="8" type="body"/>
          </p:nvPr>
        </p:nvSpPr>
        <p:spPr>
          <a:xfrm>
            <a:off x="6198250" y="1455738"/>
            <a:ext cx="2633700" cy="186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60" name="Google Shape;360;p42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ful links">
  <p:cSld name="CUSTOM_8">
    <p:bg>
      <p:bgPr>
        <a:solidFill>
          <a:schemeClr val="dk1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3"/>
          <p:cNvSpPr/>
          <p:nvPr/>
        </p:nvSpPr>
        <p:spPr>
          <a:xfrm>
            <a:off x="4633600" y="223500"/>
            <a:ext cx="4281900" cy="2002800"/>
          </a:xfrm>
          <a:prstGeom prst="roundRect">
            <a:avLst>
              <a:gd fmla="val 12782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63" name="Google Shape;363;p43"/>
          <p:cNvSpPr txBox="1"/>
          <p:nvPr/>
        </p:nvSpPr>
        <p:spPr>
          <a:xfrm>
            <a:off x="3286470" y="3339550"/>
            <a:ext cx="1257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dk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☝️</a:t>
            </a:r>
            <a:endParaRPr sz="7200">
              <a:solidFill>
                <a:schemeClr val="dk1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  <p:sp>
        <p:nvSpPr>
          <p:cNvPr id="364" name="Google Shape;364;p43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5" name="Google Shape;365;p43"/>
          <p:cNvSpPr txBox="1"/>
          <p:nvPr>
            <p:ph idx="2" type="subTitle"/>
          </p:nvPr>
        </p:nvSpPr>
        <p:spPr>
          <a:xfrm>
            <a:off x="5367775" y="3723400"/>
            <a:ext cx="35478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6" name="Google Shape;366;p43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67" name="Google Shape;367;p43"/>
          <p:cNvSpPr txBox="1"/>
          <p:nvPr>
            <p:ph idx="3" type="subTitle"/>
          </p:nvPr>
        </p:nvSpPr>
        <p:spPr>
          <a:xfrm>
            <a:off x="427825" y="396875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43"/>
          <p:cNvSpPr txBox="1"/>
          <p:nvPr>
            <p:ph idx="4" type="subTitle"/>
          </p:nvPr>
        </p:nvSpPr>
        <p:spPr>
          <a:xfrm>
            <a:off x="427853" y="1124562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43"/>
          <p:cNvSpPr txBox="1"/>
          <p:nvPr>
            <p:ph idx="5" type="subTitle"/>
          </p:nvPr>
        </p:nvSpPr>
        <p:spPr>
          <a:xfrm>
            <a:off x="427853" y="1852223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43"/>
          <p:cNvSpPr txBox="1"/>
          <p:nvPr>
            <p:ph idx="6" type="subTitle"/>
          </p:nvPr>
        </p:nvSpPr>
        <p:spPr>
          <a:xfrm>
            <a:off x="427853" y="2595897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43"/>
          <p:cNvSpPr txBox="1"/>
          <p:nvPr>
            <p:ph idx="7" type="subTitle"/>
          </p:nvPr>
        </p:nvSpPr>
        <p:spPr>
          <a:xfrm>
            <a:off x="4822775" y="289375"/>
            <a:ext cx="39066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p43"/>
          <p:cNvSpPr txBox="1"/>
          <p:nvPr>
            <p:ph idx="8" type="body"/>
          </p:nvPr>
        </p:nvSpPr>
        <p:spPr>
          <a:xfrm>
            <a:off x="4844650" y="1061025"/>
            <a:ext cx="11493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3" name="Google Shape;373;p43"/>
          <p:cNvSpPr txBox="1"/>
          <p:nvPr>
            <p:ph idx="9" type="body"/>
          </p:nvPr>
        </p:nvSpPr>
        <p:spPr>
          <a:xfrm>
            <a:off x="6225688" y="1061025"/>
            <a:ext cx="11493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4" name="Google Shape;374;p43"/>
          <p:cNvSpPr txBox="1"/>
          <p:nvPr>
            <p:ph idx="13" type="body"/>
          </p:nvPr>
        </p:nvSpPr>
        <p:spPr>
          <a:xfrm>
            <a:off x="7606725" y="1061025"/>
            <a:ext cx="11493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5" name="Google Shape;375;p43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Point">
  <p:cSld name="CUSTOM_9">
    <p:bg>
      <p:bgPr>
        <a:solidFill>
          <a:schemeClr val="dk1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4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78" name="Google Shape;378;p44"/>
          <p:cNvSpPr txBox="1"/>
          <p:nvPr>
            <p:ph idx="1" type="subTitle"/>
          </p:nvPr>
        </p:nvSpPr>
        <p:spPr>
          <a:xfrm>
            <a:off x="529450" y="419650"/>
            <a:ext cx="3678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44"/>
          <p:cNvSpPr txBox="1"/>
          <p:nvPr>
            <p:ph idx="2" type="body"/>
          </p:nvPr>
        </p:nvSpPr>
        <p:spPr>
          <a:xfrm>
            <a:off x="529510" y="716526"/>
            <a:ext cx="36789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0" name="Google Shape;380;p44"/>
          <p:cNvSpPr txBox="1"/>
          <p:nvPr>
            <p:ph type="title"/>
          </p:nvPr>
        </p:nvSpPr>
        <p:spPr>
          <a:xfrm>
            <a:off x="393725" y="3932625"/>
            <a:ext cx="40371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1" name="Google Shape;381;p44"/>
          <p:cNvSpPr txBox="1"/>
          <p:nvPr>
            <p:ph idx="3" type="subTitle"/>
          </p:nvPr>
        </p:nvSpPr>
        <p:spPr>
          <a:xfrm>
            <a:off x="529480" y="1247253"/>
            <a:ext cx="3678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44"/>
          <p:cNvSpPr txBox="1"/>
          <p:nvPr>
            <p:ph idx="4" type="body"/>
          </p:nvPr>
        </p:nvSpPr>
        <p:spPr>
          <a:xfrm>
            <a:off x="529540" y="1544130"/>
            <a:ext cx="36789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3" name="Google Shape;383;p44"/>
          <p:cNvSpPr txBox="1"/>
          <p:nvPr>
            <p:ph idx="5" type="subTitle"/>
          </p:nvPr>
        </p:nvSpPr>
        <p:spPr>
          <a:xfrm>
            <a:off x="529480" y="2153577"/>
            <a:ext cx="3678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44"/>
          <p:cNvSpPr txBox="1"/>
          <p:nvPr>
            <p:ph idx="6" type="body"/>
          </p:nvPr>
        </p:nvSpPr>
        <p:spPr>
          <a:xfrm>
            <a:off x="529540" y="2450446"/>
            <a:ext cx="36789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5" name="Google Shape;385;p44"/>
          <p:cNvSpPr txBox="1"/>
          <p:nvPr>
            <p:ph idx="7" type="subTitle"/>
          </p:nvPr>
        </p:nvSpPr>
        <p:spPr>
          <a:xfrm>
            <a:off x="529480" y="3059905"/>
            <a:ext cx="3678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44"/>
          <p:cNvSpPr txBox="1"/>
          <p:nvPr>
            <p:ph idx="8" type="body"/>
          </p:nvPr>
        </p:nvSpPr>
        <p:spPr>
          <a:xfrm>
            <a:off x="529540" y="3356775"/>
            <a:ext cx="36789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7" name="Google Shape;387;p44"/>
          <p:cNvSpPr/>
          <p:nvPr>
            <p:ph idx="9" type="pic"/>
          </p:nvPr>
        </p:nvSpPr>
        <p:spPr>
          <a:xfrm>
            <a:off x="4633600" y="223500"/>
            <a:ext cx="4280700" cy="4483800"/>
          </a:xfrm>
          <a:prstGeom prst="roundRect">
            <a:avLst>
              <a:gd fmla="val 5546" name="adj"/>
            </a:avLst>
          </a:prstGeom>
          <a:noFill/>
          <a:ln>
            <a:noFill/>
          </a:ln>
        </p:spPr>
      </p:sp>
      <p:sp>
        <p:nvSpPr>
          <p:cNvPr id="388" name="Google Shape;388;p44"/>
          <p:cNvSpPr txBox="1"/>
          <p:nvPr>
            <p:ph idx="1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9" name="Google Shape;389;p44"/>
          <p:cNvSpPr txBox="1"/>
          <p:nvPr>
            <p:ph idx="14" type="subTitle"/>
          </p:nvPr>
        </p:nvSpPr>
        <p:spPr>
          <a:xfrm>
            <a:off x="4771050" y="3371675"/>
            <a:ext cx="3885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44"/>
          <p:cNvSpPr txBox="1"/>
          <p:nvPr>
            <p:ph idx="15" type="body"/>
          </p:nvPr>
        </p:nvSpPr>
        <p:spPr>
          <a:xfrm>
            <a:off x="4771050" y="3944875"/>
            <a:ext cx="39702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1" name="Google Shape;391;p44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4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5"/>
          <p:cNvSpPr/>
          <p:nvPr/>
        </p:nvSpPr>
        <p:spPr>
          <a:xfrm>
            <a:off x="22860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94" name="Google Shape;394;p45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5" name="Google Shape;395;p45"/>
          <p:cNvSpPr/>
          <p:nvPr>
            <p:ph idx="2" type="pic"/>
          </p:nvPr>
        </p:nvSpPr>
        <p:spPr>
          <a:xfrm>
            <a:off x="7187225" y="620025"/>
            <a:ext cx="1575900" cy="1504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96" name="Google Shape;396;p45"/>
          <p:cNvSpPr/>
          <p:nvPr>
            <p:ph idx="3" type="pic"/>
          </p:nvPr>
        </p:nvSpPr>
        <p:spPr>
          <a:xfrm>
            <a:off x="5467125" y="620025"/>
            <a:ext cx="1575900" cy="1504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97" name="Google Shape;397;p45"/>
          <p:cNvSpPr/>
          <p:nvPr>
            <p:ph idx="4" type="pic"/>
          </p:nvPr>
        </p:nvSpPr>
        <p:spPr>
          <a:xfrm>
            <a:off x="3747025" y="620025"/>
            <a:ext cx="1575900" cy="1504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98" name="Google Shape;398;p45"/>
          <p:cNvSpPr txBox="1"/>
          <p:nvPr>
            <p:ph idx="5" type="subTitle"/>
          </p:nvPr>
        </p:nvSpPr>
        <p:spPr>
          <a:xfrm>
            <a:off x="3747025" y="2171750"/>
            <a:ext cx="15759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45"/>
          <p:cNvSpPr txBox="1"/>
          <p:nvPr>
            <p:ph idx="6" type="subTitle"/>
          </p:nvPr>
        </p:nvSpPr>
        <p:spPr>
          <a:xfrm>
            <a:off x="5467125" y="2171750"/>
            <a:ext cx="15759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45"/>
          <p:cNvSpPr txBox="1"/>
          <p:nvPr>
            <p:ph idx="7" type="subTitle"/>
          </p:nvPr>
        </p:nvSpPr>
        <p:spPr>
          <a:xfrm>
            <a:off x="7187225" y="2171750"/>
            <a:ext cx="15759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45"/>
          <p:cNvSpPr txBox="1"/>
          <p:nvPr>
            <p:ph idx="8" type="body"/>
          </p:nvPr>
        </p:nvSpPr>
        <p:spPr>
          <a:xfrm>
            <a:off x="3747025" y="2512550"/>
            <a:ext cx="15759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2" name="Google Shape;402;p45"/>
          <p:cNvSpPr txBox="1"/>
          <p:nvPr>
            <p:ph idx="9" type="body"/>
          </p:nvPr>
        </p:nvSpPr>
        <p:spPr>
          <a:xfrm>
            <a:off x="5467125" y="2512550"/>
            <a:ext cx="15759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3" name="Google Shape;403;p45"/>
          <p:cNvSpPr txBox="1"/>
          <p:nvPr>
            <p:ph idx="13" type="body"/>
          </p:nvPr>
        </p:nvSpPr>
        <p:spPr>
          <a:xfrm>
            <a:off x="7187225" y="2512550"/>
            <a:ext cx="15759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4" name="Google Shape;404;p45"/>
          <p:cNvSpPr txBox="1"/>
          <p:nvPr>
            <p:ph type="title"/>
          </p:nvPr>
        </p:nvSpPr>
        <p:spPr>
          <a:xfrm>
            <a:off x="396875" y="3950225"/>
            <a:ext cx="31977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05" name="Google Shape;405;p45"/>
          <p:cNvSpPr txBox="1"/>
          <p:nvPr>
            <p:ph idx="14" type="body"/>
          </p:nvPr>
        </p:nvSpPr>
        <p:spPr>
          <a:xfrm>
            <a:off x="396875" y="620025"/>
            <a:ext cx="29367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406" name="Google Shape;406;p45"/>
          <p:cNvSpPr txBox="1"/>
          <p:nvPr>
            <p:ph idx="15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7" name="Google Shape;407;p45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ojis">
  <p:cSld name="CUSTOM">
    <p:bg>
      <p:bgPr>
        <a:solidFill>
          <a:schemeClr val="dk1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8600" y="223500"/>
            <a:ext cx="8686800" cy="20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ublic Sans"/>
              <a:buNone/>
              <a:defRPr sz="6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7900" y="3457700"/>
            <a:ext cx="8686800" cy="14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○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■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○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■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○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■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4">
          <p15:clr>
            <a:srgbClr val="E46962"/>
          </p15:clr>
        </p15:guide>
        <p15:guide id="2" orient="horz" pos="141">
          <p15:clr>
            <a:srgbClr val="E46962"/>
          </p15:clr>
        </p15:guide>
        <p15:guide id="3" pos="529">
          <p15:clr>
            <a:srgbClr val="E46962"/>
          </p15:clr>
        </p15:guide>
        <p15:guide id="4" pos="606">
          <p15:clr>
            <a:srgbClr val="E46962"/>
          </p15:clr>
        </p15:guide>
        <p15:guide id="5" pos="991">
          <p15:clr>
            <a:srgbClr val="E46962"/>
          </p15:clr>
        </p15:guide>
        <p15:guide id="6" pos="1069">
          <p15:clr>
            <a:srgbClr val="E46962"/>
          </p15:clr>
        </p15:guide>
        <p15:guide id="7" pos="1454">
          <p15:clr>
            <a:srgbClr val="E46962"/>
          </p15:clr>
        </p15:guide>
        <p15:guide id="8" pos="1531">
          <p15:clr>
            <a:srgbClr val="E46962"/>
          </p15:clr>
        </p15:guide>
        <p15:guide id="9" pos="1916">
          <p15:clr>
            <a:srgbClr val="E46962"/>
          </p15:clr>
        </p15:guide>
        <p15:guide id="10" pos="1994">
          <p15:clr>
            <a:srgbClr val="E46962"/>
          </p15:clr>
        </p15:guide>
        <p15:guide id="11" pos="2379">
          <p15:clr>
            <a:srgbClr val="E46962"/>
          </p15:clr>
        </p15:guide>
        <p15:guide id="12" pos="2456">
          <p15:clr>
            <a:srgbClr val="E46962"/>
          </p15:clr>
        </p15:guide>
        <p15:guide id="13" pos="2919">
          <p15:clr>
            <a:srgbClr val="E46962"/>
          </p15:clr>
        </p15:guide>
        <p15:guide id="14" pos="3381">
          <p15:clr>
            <a:srgbClr val="E46962"/>
          </p15:clr>
        </p15:guide>
        <p15:guide id="15" pos="3766">
          <p15:clr>
            <a:srgbClr val="E46962"/>
          </p15:clr>
        </p15:guide>
        <p15:guide id="16" pos="3844">
          <p15:clr>
            <a:srgbClr val="E46962"/>
          </p15:clr>
        </p15:guide>
        <p15:guide id="17" pos="4229">
          <p15:clr>
            <a:srgbClr val="E46962"/>
          </p15:clr>
        </p15:guide>
        <p15:guide id="18" pos="2841">
          <p15:clr>
            <a:srgbClr val="E46962"/>
          </p15:clr>
        </p15:guide>
        <p15:guide id="19" pos="3304">
          <p15:clr>
            <a:srgbClr val="E46962"/>
          </p15:clr>
        </p15:guide>
        <p15:guide id="20" pos="4306">
          <p15:clr>
            <a:srgbClr val="E46962"/>
          </p15:clr>
        </p15:guide>
        <p15:guide id="21" pos="4691">
          <p15:clr>
            <a:srgbClr val="E46962"/>
          </p15:clr>
        </p15:guide>
        <p15:guide id="22" pos="4769">
          <p15:clr>
            <a:srgbClr val="E46962"/>
          </p15:clr>
        </p15:guide>
        <p15:guide id="23" pos="5154">
          <p15:clr>
            <a:srgbClr val="E46962"/>
          </p15:clr>
        </p15:guide>
        <p15:guide id="24" pos="5231">
          <p15:clr>
            <a:srgbClr val="E46962"/>
          </p15:clr>
        </p15:guide>
        <p15:guide id="25" pos="5616">
          <p15:clr>
            <a:srgbClr val="E46962"/>
          </p15:clr>
        </p15:guide>
        <p15:guide id="26" orient="horz" pos="29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7"/>
          <p:cNvSpPr txBox="1"/>
          <p:nvPr>
            <p:ph type="title"/>
          </p:nvPr>
        </p:nvSpPr>
        <p:spPr>
          <a:xfrm>
            <a:off x="398075" y="365350"/>
            <a:ext cx="41124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500"/>
              <a:t>Project 2</a:t>
            </a:r>
            <a:endParaRPr sz="6500"/>
          </a:p>
        </p:txBody>
      </p:sp>
      <p:sp>
        <p:nvSpPr>
          <p:cNvPr id="415" name="Google Shape;415;p47"/>
          <p:cNvSpPr txBox="1"/>
          <p:nvPr>
            <p:ph idx="1" type="body"/>
          </p:nvPr>
        </p:nvSpPr>
        <p:spPr>
          <a:xfrm>
            <a:off x="398075" y="4469075"/>
            <a:ext cx="6878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Pablo Carbajo, Jessica Nguyen, Tanya Arya</a:t>
            </a:r>
            <a:endParaRPr/>
          </a:p>
        </p:txBody>
      </p:sp>
      <p:sp>
        <p:nvSpPr>
          <p:cNvPr id="416" name="Google Shape;416;p47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4.28.2025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8" name="Google Shape;418;p47"/>
          <p:cNvSpPr txBox="1"/>
          <p:nvPr/>
        </p:nvSpPr>
        <p:spPr>
          <a:xfrm>
            <a:off x="503375" y="1374475"/>
            <a:ext cx="66681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AI-Powered Book Recommendation System using Mistral 7b</a:t>
            </a:r>
            <a:endParaRPr b="1" sz="17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8"/>
          <p:cNvSpPr/>
          <p:nvPr/>
        </p:nvSpPr>
        <p:spPr>
          <a:xfrm>
            <a:off x="4940950" y="2175275"/>
            <a:ext cx="3327000" cy="1825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24" name="Google Shape;424;p48"/>
          <p:cNvSpPr txBox="1"/>
          <p:nvPr>
            <p:ph type="title"/>
          </p:nvPr>
        </p:nvSpPr>
        <p:spPr>
          <a:xfrm>
            <a:off x="1112500" y="681725"/>
            <a:ext cx="7042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The problem with Traditional Recommender Systems</a:t>
            </a:r>
            <a:r>
              <a:rPr lang="en" sz="3200"/>
              <a:t> </a:t>
            </a:r>
            <a:endParaRPr sz="3200"/>
          </a:p>
        </p:txBody>
      </p:sp>
      <p:sp>
        <p:nvSpPr>
          <p:cNvPr id="425" name="Google Shape;425;p48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4</a:t>
            </a:r>
            <a:endParaRPr/>
          </a:p>
        </p:txBody>
      </p:sp>
      <p:sp>
        <p:nvSpPr>
          <p:cNvPr id="426" name="Google Shape;426;p48"/>
          <p:cNvSpPr txBox="1"/>
          <p:nvPr>
            <p:ph idx="4294967295" type="body"/>
          </p:nvPr>
        </p:nvSpPr>
        <p:spPr>
          <a:xfrm>
            <a:off x="5993850" y="4707425"/>
            <a:ext cx="29217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427" name="Google Shape;427;p48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8" name="Google Shape;428;p48"/>
          <p:cNvSpPr txBox="1"/>
          <p:nvPr/>
        </p:nvSpPr>
        <p:spPr>
          <a:xfrm>
            <a:off x="2767350" y="1398100"/>
            <a:ext cx="3609300" cy="4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Can AI understand what readers really want? </a:t>
            </a:r>
            <a:endParaRPr i="1" sz="13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29" name="Google Shape;429;p48"/>
          <p:cNvSpPr/>
          <p:nvPr/>
        </p:nvSpPr>
        <p:spPr>
          <a:xfrm>
            <a:off x="1112500" y="2090200"/>
            <a:ext cx="3327000" cy="1825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30" name="Google Shape;430;p48"/>
          <p:cNvSpPr txBox="1"/>
          <p:nvPr/>
        </p:nvSpPr>
        <p:spPr>
          <a:xfrm>
            <a:off x="1337775" y="2296600"/>
            <a:ext cx="2746500" cy="14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Traditional Recommenders </a:t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</a:pP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Rely on collaborative filtering</a:t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</a:pP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Use keyword or genre similarity </a:t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</a:pP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Ignore context in user reviews </a:t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31" name="Google Shape;431;p48"/>
          <p:cNvSpPr txBox="1"/>
          <p:nvPr/>
        </p:nvSpPr>
        <p:spPr>
          <a:xfrm>
            <a:off x="4961800" y="2263450"/>
            <a:ext cx="3285300" cy="15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LLMS like Mistral </a:t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</a:pP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Interpret full-text reviews and preferences </a:t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</a:pP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Adapt to user-specific needs (price, genre)</a:t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</a:pP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Generate human-like recommendations</a:t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9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4</a:t>
            </a:r>
            <a:endParaRPr/>
          </a:p>
        </p:txBody>
      </p:sp>
      <p:sp>
        <p:nvSpPr>
          <p:cNvPr id="437" name="Google Shape;437;p49"/>
          <p:cNvSpPr txBox="1"/>
          <p:nvPr>
            <p:ph type="title"/>
          </p:nvPr>
        </p:nvSpPr>
        <p:spPr>
          <a:xfrm>
            <a:off x="3336600" y="713050"/>
            <a:ext cx="24708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Dataset Overview </a:t>
            </a:r>
            <a:endParaRPr sz="2200"/>
          </a:p>
        </p:txBody>
      </p:sp>
      <p:sp>
        <p:nvSpPr>
          <p:cNvPr id="438" name="Google Shape;438;p49"/>
          <p:cNvSpPr txBox="1"/>
          <p:nvPr/>
        </p:nvSpPr>
        <p:spPr>
          <a:xfrm>
            <a:off x="739350" y="1500250"/>
            <a:ext cx="7665300" cy="26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 ~ 3,000,000 Amazon book reviews and ~300,000 book data, spanning diverse genres and formats</a:t>
            </a:r>
            <a:endParaRPr sz="11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ublic Sans"/>
              <a:buChar char="●"/>
            </a:pPr>
            <a:r>
              <a:rPr b="1" lang="en" sz="11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Metadata</a:t>
            </a:r>
            <a:r>
              <a:rPr lang="en" sz="11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: Title, Author, Publisher, Price, Genre, Publication Year </a:t>
            </a:r>
            <a:endParaRPr sz="11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ublic Sans"/>
              <a:buChar char="●"/>
            </a:pPr>
            <a:r>
              <a:rPr b="1" lang="en" sz="11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User Reviews</a:t>
            </a:r>
            <a:r>
              <a:rPr lang="en" sz="11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: Full text reviews, star ratings, and helpfulness ratios</a:t>
            </a:r>
            <a:endParaRPr sz="11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ublic Sans"/>
              <a:buChar char="●"/>
            </a:pPr>
            <a:r>
              <a:rPr b="1" lang="en" sz="11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User Info</a:t>
            </a:r>
            <a:r>
              <a:rPr lang="en" sz="11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: Anonymized user IDs and profile names </a:t>
            </a:r>
            <a:endParaRPr sz="11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ublic Sans"/>
              <a:buChar char="●"/>
            </a:pPr>
            <a:r>
              <a:rPr b="1" lang="en" sz="11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Prompt / Response Pairs</a:t>
            </a:r>
            <a:r>
              <a:rPr lang="en" sz="11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: Custom instruction templates paired with Mistral-generated recommendations</a:t>
            </a:r>
            <a:endParaRPr sz="11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ublic Sans"/>
              <a:buChar char="●"/>
            </a:pPr>
            <a:r>
              <a:rPr b="1" lang="en" sz="11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Size</a:t>
            </a:r>
            <a:r>
              <a:rPr lang="en" sz="11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: Cleaned and filtered subset used for fine-tuning (~ </a:t>
            </a:r>
            <a:r>
              <a:rPr lang="en" sz="11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2</a:t>
            </a:r>
            <a:r>
              <a:rPr lang="en" sz="11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,000 samples) </a:t>
            </a:r>
            <a:endParaRPr sz="11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The </a:t>
            </a:r>
            <a:r>
              <a:rPr lang="en" sz="11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dataset</a:t>
            </a:r>
            <a:r>
              <a:rPr lang="en" sz="11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 is the foundation for both training and evaluation, leveraging natural user feedback. </a:t>
            </a:r>
            <a:endParaRPr sz="11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0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Group 4</a:t>
            </a:r>
            <a:endParaRPr/>
          </a:p>
        </p:txBody>
      </p:sp>
      <p:sp>
        <p:nvSpPr>
          <p:cNvPr id="444" name="Google Shape;444;p50"/>
          <p:cNvSpPr txBox="1"/>
          <p:nvPr>
            <p:ph idx="4294967295" type="body"/>
          </p:nvPr>
        </p:nvSpPr>
        <p:spPr>
          <a:xfrm>
            <a:off x="5993850" y="4707300"/>
            <a:ext cx="29217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445" name="Google Shape;445;p50"/>
          <p:cNvSpPr txBox="1"/>
          <p:nvPr>
            <p:ph idx="2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Steps</a:t>
            </a:r>
            <a:endParaRPr sz="3000"/>
          </a:p>
        </p:txBody>
      </p:sp>
      <p:sp>
        <p:nvSpPr>
          <p:cNvPr id="446" name="Google Shape;446;p50"/>
          <p:cNvSpPr/>
          <p:nvPr/>
        </p:nvSpPr>
        <p:spPr>
          <a:xfrm>
            <a:off x="226275" y="1803325"/>
            <a:ext cx="1584600" cy="11343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Identify the task and labeled </a:t>
            </a:r>
            <a:r>
              <a:rPr lang="en" sz="1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dataset</a:t>
            </a:r>
            <a:endParaRPr sz="12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47" name="Google Shape;447;p50"/>
          <p:cNvSpPr/>
          <p:nvPr/>
        </p:nvSpPr>
        <p:spPr>
          <a:xfrm>
            <a:off x="3504281" y="1606225"/>
            <a:ext cx="2135400" cy="1528500"/>
          </a:xfrm>
          <a:prstGeom prst="roundRect">
            <a:avLst>
              <a:gd fmla="val 71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 Baseline Measurement</a:t>
            </a:r>
            <a:endParaRPr sz="12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48" name="Google Shape;448;p50"/>
          <p:cNvSpPr/>
          <p:nvPr/>
        </p:nvSpPr>
        <p:spPr>
          <a:xfrm>
            <a:off x="1977792" y="1884025"/>
            <a:ext cx="1359600" cy="9729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Process the Data</a:t>
            </a:r>
            <a:endParaRPr sz="12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49" name="Google Shape;449;p50"/>
          <p:cNvSpPr/>
          <p:nvPr/>
        </p:nvSpPr>
        <p:spPr>
          <a:xfrm>
            <a:off x="5806620" y="1803325"/>
            <a:ext cx="1584600" cy="11343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Fine-Tune a AR model using PEFT</a:t>
            </a:r>
            <a:endParaRPr sz="12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50" name="Google Shape;450;p50"/>
          <p:cNvSpPr/>
          <p:nvPr/>
        </p:nvSpPr>
        <p:spPr>
          <a:xfrm>
            <a:off x="7558137" y="1884025"/>
            <a:ext cx="1359600" cy="9729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Remeasure the Fine-Tuned Model</a:t>
            </a:r>
            <a:endParaRPr sz="12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51" name="Google Shape;451;p50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1"/>
          <p:cNvSpPr txBox="1"/>
          <p:nvPr>
            <p:ph idx="3" type="body"/>
          </p:nvPr>
        </p:nvSpPr>
        <p:spPr>
          <a:xfrm>
            <a:off x="538050" y="693751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Fine-tune a generative model to make personalized book recommendations using real user reviews and metadata. </a:t>
            </a:r>
            <a:endParaRPr/>
          </a:p>
        </p:txBody>
      </p:sp>
      <p:sp>
        <p:nvSpPr>
          <p:cNvPr id="457" name="Google Shape;457;p51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Team Name</a:t>
            </a:r>
            <a:endParaRPr/>
          </a:p>
        </p:txBody>
      </p:sp>
      <p:sp>
        <p:nvSpPr>
          <p:cNvPr id="458" name="Google Shape;458;p51"/>
          <p:cNvSpPr txBox="1"/>
          <p:nvPr>
            <p:ph idx="4294967295" type="body"/>
          </p:nvPr>
        </p:nvSpPr>
        <p:spPr>
          <a:xfrm>
            <a:off x="5993850" y="4707300"/>
            <a:ext cx="29217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459" name="Google Shape;459;p51"/>
          <p:cNvSpPr txBox="1"/>
          <p:nvPr>
            <p:ph idx="2" type="subTitle"/>
          </p:nvPr>
        </p:nvSpPr>
        <p:spPr>
          <a:xfrm>
            <a:off x="538050" y="396875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 1</a:t>
            </a:r>
            <a:endParaRPr/>
          </a:p>
        </p:txBody>
      </p:sp>
      <p:sp>
        <p:nvSpPr>
          <p:cNvPr id="460" name="Google Shape;460;p51"/>
          <p:cNvSpPr txBox="1"/>
          <p:nvPr>
            <p:ph type="title"/>
          </p:nvPr>
        </p:nvSpPr>
        <p:spPr>
          <a:xfrm>
            <a:off x="393700" y="3943450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Task</a:t>
            </a:r>
            <a:endParaRPr sz="3000"/>
          </a:p>
        </p:txBody>
      </p:sp>
      <p:sp>
        <p:nvSpPr>
          <p:cNvPr id="461" name="Google Shape;461;p51"/>
          <p:cNvSpPr txBox="1"/>
          <p:nvPr>
            <p:ph idx="4" type="subTitle"/>
          </p:nvPr>
        </p:nvSpPr>
        <p:spPr>
          <a:xfrm>
            <a:off x="538050" y="1224478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Goal 2</a:t>
            </a:r>
            <a:endParaRPr/>
          </a:p>
        </p:txBody>
      </p:sp>
      <p:sp>
        <p:nvSpPr>
          <p:cNvPr id="462" name="Google Shape;462;p51"/>
          <p:cNvSpPr txBox="1"/>
          <p:nvPr>
            <p:ph idx="5" type="body"/>
          </p:nvPr>
        </p:nvSpPr>
        <p:spPr>
          <a:xfrm>
            <a:off x="538050" y="1521355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Evaluate the effectiveness of the recommendations using BLEU scores and qualitative review of generated outputs. </a:t>
            </a:r>
            <a:endParaRPr/>
          </a:p>
        </p:txBody>
      </p:sp>
      <p:sp>
        <p:nvSpPr>
          <p:cNvPr id="463" name="Google Shape;463;p51"/>
          <p:cNvSpPr txBox="1"/>
          <p:nvPr>
            <p:ph idx="21" type="subTitle"/>
          </p:nvPr>
        </p:nvSpPr>
        <p:spPr>
          <a:xfrm>
            <a:off x="4982950" y="396875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Data Cleaning and Preprocessing</a:t>
            </a:r>
            <a:endParaRPr sz="1600"/>
          </a:p>
        </p:txBody>
      </p:sp>
      <p:sp>
        <p:nvSpPr>
          <p:cNvPr id="464" name="Google Shape;464;p51"/>
          <p:cNvSpPr txBox="1"/>
          <p:nvPr>
            <p:ph idx="13" type="body"/>
          </p:nvPr>
        </p:nvSpPr>
        <p:spPr>
          <a:xfrm>
            <a:off x="4982950" y="693751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Combined columns from datasets, dropped</a:t>
            </a:r>
            <a:r>
              <a:rPr lang="en"/>
              <a:t> rows with missing values, kept only top 10 unique genres and extracted relevant information from fields</a:t>
            </a:r>
            <a:endParaRPr/>
          </a:p>
        </p:txBody>
      </p:sp>
      <p:sp>
        <p:nvSpPr>
          <p:cNvPr id="465" name="Google Shape;465;p51"/>
          <p:cNvSpPr txBox="1"/>
          <p:nvPr>
            <p:ph idx="14" type="title"/>
          </p:nvPr>
        </p:nvSpPr>
        <p:spPr>
          <a:xfrm>
            <a:off x="4798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Data Processing</a:t>
            </a:r>
            <a:endParaRPr sz="3000"/>
          </a:p>
        </p:txBody>
      </p:sp>
      <p:sp>
        <p:nvSpPr>
          <p:cNvPr id="466" name="Google Shape;466;p51"/>
          <p:cNvSpPr txBox="1"/>
          <p:nvPr>
            <p:ph idx="15" type="subTitle"/>
          </p:nvPr>
        </p:nvSpPr>
        <p:spPr>
          <a:xfrm>
            <a:off x="4982950" y="1224478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Setting Up the Mistral Model</a:t>
            </a:r>
            <a:endParaRPr/>
          </a:p>
        </p:txBody>
      </p:sp>
      <p:sp>
        <p:nvSpPr>
          <p:cNvPr id="467" name="Google Shape;467;p51"/>
          <p:cNvSpPr txBox="1"/>
          <p:nvPr>
            <p:ph idx="16" type="body"/>
          </p:nvPr>
        </p:nvSpPr>
        <p:spPr>
          <a:xfrm>
            <a:off x="4982950" y="1521347"/>
            <a:ext cx="3582000" cy="6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Load Mistral 7B GPTQ model: used the pretrained tokenizer associated with the model for text encoding and decoding. The model itself is a quantized version of Mistral, optimized for text generation tasks.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68" name="Google Shape;468;p51"/>
          <p:cNvSpPr txBox="1"/>
          <p:nvPr>
            <p:ph idx="17" type="subTitle"/>
          </p:nvPr>
        </p:nvSpPr>
        <p:spPr>
          <a:xfrm>
            <a:off x="4982950" y="2130801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Text Generation with Mistral</a:t>
            </a:r>
            <a:endParaRPr/>
          </a:p>
        </p:txBody>
      </p:sp>
      <p:sp>
        <p:nvSpPr>
          <p:cNvPr id="469" name="Google Shape;469;p51"/>
          <p:cNvSpPr txBox="1"/>
          <p:nvPr>
            <p:ph idx="18" type="body"/>
          </p:nvPr>
        </p:nvSpPr>
        <p:spPr>
          <a:xfrm>
            <a:off x="4982950" y="2427679"/>
            <a:ext cx="3582000" cy="7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function generate_book_recommendation_with_bleu takes a user’s input (e.g., a query) and uses MistralForCausalLM to output text recommendations with a Bleu score.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70" name="Google Shape;470;p51"/>
          <p:cNvSpPr txBox="1"/>
          <p:nvPr>
            <p:ph idx="19" type="subTitle"/>
          </p:nvPr>
        </p:nvSpPr>
        <p:spPr>
          <a:xfrm>
            <a:off x="4982950" y="3037129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Recommending Books</a:t>
            </a:r>
            <a:endParaRPr/>
          </a:p>
        </p:txBody>
      </p:sp>
      <p:sp>
        <p:nvSpPr>
          <p:cNvPr id="471" name="Google Shape;471;p51"/>
          <p:cNvSpPr txBox="1"/>
          <p:nvPr>
            <p:ph idx="20" type="body"/>
          </p:nvPr>
        </p:nvSpPr>
        <p:spPr>
          <a:xfrm>
            <a:off x="4982950" y="3333998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</a:t>
            </a:r>
            <a:r>
              <a:rPr lang="en"/>
              <a:t>efines the query, then creates embeddings to produce relevant recommendations with Mistral and is then compared to reference_text to score for Bleu.</a:t>
            </a:r>
            <a:endParaRPr/>
          </a:p>
        </p:txBody>
      </p:sp>
      <p:sp>
        <p:nvSpPr>
          <p:cNvPr id="472" name="Google Shape;472;p51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2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Group 4</a:t>
            </a:r>
            <a:endParaRPr/>
          </a:p>
        </p:txBody>
      </p:sp>
      <p:sp>
        <p:nvSpPr>
          <p:cNvPr id="478" name="Google Shape;478;p52"/>
          <p:cNvSpPr txBox="1"/>
          <p:nvPr>
            <p:ph idx="4294967295" type="body"/>
          </p:nvPr>
        </p:nvSpPr>
        <p:spPr>
          <a:xfrm>
            <a:off x="5993850" y="4707300"/>
            <a:ext cx="29217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479" name="Google Shape;479;p52"/>
          <p:cNvSpPr txBox="1"/>
          <p:nvPr>
            <p:ph idx="2" type="subTitle"/>
          </p:nvPr>
        </p:nvSpPr>
        <p:spPr>
          <a:xfrm>
            <a:off x="5367775" y="3723400"/>
            <a:ext cx="35478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Original </a:t>
            </a:r>
            <a:r>
              <a:rPr lang="en" sz="3000"/>
              <a:t>Results </a:t>
            </a:r>
            <a:endParaRPr sz="3000"/>
          </a:p>
        </p:txBody>
      </p:sp>
      <p:sp>
        <p:nvSpPr>
          <p:cNvPr id="480" name="Google Shape;480;p52"/>
          <p:cNvSpPr txBox="1"/>
          <p:nvPr>
            <p:ph idx="7" type="subTitle"/>
          </p:nvPr>
        </p:nvSpPr>
        <p:spPr>
          <a:xfrm>
            <a:off x="4822775" y="289375"/>
            <a:ext cx="39066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Strengths &amp; Weaknesses </a:t>
            </a:r>
            <a:endParaRPr/>
          </a:p>
        </p:txBody>
      </p:sp>
      <p:sp>
        <p:nvSpPr>
          <p:cNvPr id="481" name="Google Shape;481;p52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2" name="Google Shape;482;p52"/>
          <p:cNvSpPr txBox="1"/>
          <p:nvPr/>
        </p:nvSpPr>
        <p:spPr>
          <a:xfrm>
            <a:off x="4510525" y="730975"/>
            <a:ext cx="2412600" cy="12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Strengths: </a:t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</a:pP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Adapts to review tone and content</a:t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</a:pP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Can explain reasoning for recommendations</a:t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83" name="Google Shape;483;p52"/>
          <p:cNvSpPr txBox="1"/>
          <p:nvPr/>
        </p:nvSpPr>
        <p:spPr>
          <a:xfrm>
            <a:off x="6564725" y="730975"/>
            <a:ext cx="2290500" cy="12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Weaknesses: </a:t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</a:pP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Many outputs are truncated</a:t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</a:pP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Does not fully utilize structured metadata </a:t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84" name="Google Shape;484;p52"/>
          <p:cNvSpPr/>
          <p:nvPr/>
        </p:nvSpPr>
        <p:spPr>
          <a:xfrm>
            <a:off x="395675" y="388925"/>
            <a:ext cx="3906600" cy="18309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85" name="Google Shape;485;p52"/>
          <p:cNvSpPr txBox="1"/>
          <p:nvPr/>
        </p:nvSpPr>
        <p:spPr>
          <a:xfrm>
            <a:off x="771350" y="645425"/>
            <a:ext cx="3319500" cy="13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Model  			 BLEU Score </a:t>
            </a:r>
            <a:endParaRPr sz="11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Baseline 			      0.0044</a:t>
            </a:r>
            <a:endParaRPr sz="11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Fine-tuned 			      0.0201</a:t>
            </a:r>
            <a:endParaRPr sz="11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86" name="Google Shape;486;p52"/>
          <p:cNvSpPr txBox="1"/>
          <p:nvPr/>
        </p:nvSpPr>
        <p:spPr>
          <a:xfrm>
            <a:off x="462875" y="2843450"/>
            <a:ext cx="37722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~ 4.5x improvement in BLEU score, but still limited by prompt </a:t>
            </a:r>
            <a:r>
              <a:rPr lang="en" sz="1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quality</a:t>
            </a:r>
            <a:r>
              <a:rPr lang="en" sz="1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 and data variety. </a:t>
            </a:r>
            <a:endParaRPr sz="12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3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4</a:t>
            </a:r>
            <a:endParaRPr/>
          </a:p>
        </p:txBody>
      </p:sp>
      <p:sp>
        <p:nvSpPr>
          <p:cNvPr id="492" name="Google Shape;492;p53"/>
          <p:cNvSpPr txBox="1"/>
          <p:nvPr>
            <p:ph type="title"/>
          </p:nvPr>
        </p:nvSpPr>
        <p:spPr>
          <a:xfrm>
            <a:off x="393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Result 2</a:t>
            </a:r>
            <a:endParaRPr sz="3500"/>
          </a:p>
        </p:txBody>
      </p:sp>
      <p:sp>
        <p:nvSpPr>
          <p:cNvPr id="493" name="Google Shape;493;p53"/>
          <p:cNvSpPr txBox="1"/>
          <p:nvPr>
            <p:ph idx="14" type="title"/>
          </p:nvPr>
        </p:nvSpPr>
        <p:spPr>
          <a:xfrm>
            <a:off x="4798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Result 3</a:t>
            </a:r>
            <a:endParaRPr sz="3500"/>
          </a:p>
        </p:txBody>
      </p:sp>
      <p:pic>
        <p:nvPicPr>
          <p:cNvPr id="494" name="Google Shape;49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75" y="431050"/>
            <a:ext cx="4224300" cy="2406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53"/>
          <p:cNvPicPr preferRelativeResize="0"/>
          <p:nvPr/>
        </p:nvPicPr>
        <p:blipFill rotWithShape="1">
          <a:blip r:embed="rId4">
            <a:alphaModFix/>
          </a:blip>
          <a:srcRect b="0" l="5240" r="0" t="0"/>
          <a:stretch/>
        </p:blipFill>
        <p:spPr>
          <a:xfrm>
            <a:off x="1519762" y="2898475"/>
            <a:ext cx="1706650" cy="8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68950" y="588375"/>
            <a:ext cx="4224250" cy="1755976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53"/>
          <p:cNvSpPr txBox="1"/>
          <p:nvPr/>
        </p:nvSpPr>
        <p:spPr>
          <a:xfrm>
            <a:off x="4756125" y="2317125"/>
            <a:ext cx="2203200" cy="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et labels to Mistral’s generated response rather than review ratings, better responses and less reliant on the review it is replying to</a:t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498" name="Google Shape;498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42275" y="2418463"/>
            <a:ext cx="1397300" cy="7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53"/>
          <p:cNvSpPr/>
          <p:nvPr/>
        </p:nvSpPr>
        <p:spPr>
          <a:xfrm rot="5400000">
            <a:off x="6936550" y="2454500"/>
            <a:ext cx="328500" cy="2205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00" name="Google Shape;500;p53"/>
          <p:cNvSpPr txBox="1"/>
          <p:nvPr/>
        </p:nvSpPr>
        <p:spPr>
          <a:xfrm>
            <a:off x="4668925" y="3285825"/>
            <a:ext cx="42243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Also removed additional columns because they weren’t being used</a:t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501" name="Google Shape;501;p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60775" y="3660125"/>
            <a:ext cx="3617764" cy="272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53"/>
          <p:cNvSpPr txBox="1"/>
          <p:nvPr/>
        </p:nvSpPr>
        <p:spPr>
          <a:xfrm>
            <a:off x="5679475" y="249675"/>
            <a:ext cx="220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N = 5000, so 1000 validation rows</a:t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Changed target modules</a:t>
            </a:r>
            <a:endParaRPr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Max tokens to 200</a:t>
            </a:r>
            <a:endParaRPr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Still gets </a:t>
            </a:r>
            <a:r>
              <a:rPr lang="en"/>
              <a:t>truncated</a:t>
            </a:r>
            <a:endParaRPr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No longer recommends the same book, but something similar instead</a:t>
            </a:r>
            <a:endParaRPr/>
          </a:p>
        </p:txBody>
      </p:sp>
      <p:sp>
        <p:nvSpPr>
          <p:cNvPr id="508" name="Google Shape;508;p5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Result 4</a:t>
            </a:r>
            <a:endParaRPr sz="3000"/>
          </a:p>
        </p:txBody>
      </p:sp>
      <p:pic>
        <p:nvPicPr>
          <p:cNvPr id="509" name="Google Shape;50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2175" y="555600"/>
            <a:ext cx="5719500" cy="2151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54"/>
          <p:cNvPicPr preferRelativeResize="0"/>
          <p:nvPr/>
        </p:nvPicPr>
        <p:blipFill rotWithShape="1">
          <a:blip r:embed="rId4">
            <a:alphaModFix/>
          </a:blip>
          <a:srcRect b="0" l="684" r="1602" t="0"/>
          <a:stretch/>
        </p:blipFill>
        <p:spPr>
          <a:xfrm>
            <a:off x="3410550" y="3036925"/>
            <a:ext cx="5382751" cy="14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5"/>
          <p:cNvSpPr txBox="1"/>
          <p:nvPr>
            <p:ph type="title"/>
          </p:nvPr>
        </p:nvSpPr>
        <p:spPr>
          <a:xfrm>
            <a:off x="571325" y="3821250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Result 5 (final)</a:t>
            </a:r>
            <a:endParaRPr sz="3500"/>
          </a:p>
        </p:txBody>
      </p:sp>
      <p:pic>
        <p:nvPicPr>
          <p:cNvPr id="516" name="Google Shape;51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3099" y="651725"/>
            <a:ext cx="6737804" cy="316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6"/>
          <p:cNvSpPr txBox="1"/>
          <p:nvPr>
            <p:ph type="title"/>
          </p:nvPr>
        </p:nvSpPr>
        <p:spPr>
          <a:xfrm>
            <a:off x="374200" y="449400"/>
            <a:ext cx="6230700" cy="34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Struggled to run on AWS, Colab, and locally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Finding appropriate models – used Mistral in the end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Responses show proper reason, but require a higher max_tokens to be set as a result, meaning longer running time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Lack of any actual ‘user input’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Wanted to create a flexible model that would adapt to user’s request (like a search engine essentially)</a:t>
            </a:r>
            <a:endParaRPr/>
          </a:p>
        </p:txBody>
      </p:sp>
      <p:sp>
        <p:nvSpPr>
          <p:cNvPr id="522" name="Google Shape;522;p56"/>
          <p:cNvSpPr txBox="1"/>
          <p:nvPr>
            <p:ph idx="1" type="body"/>
          </p:nvPr>
        </p:nvSpPr>
        <p:spPr>
          <a:xfrm>
            <a:off x="465700" y="3767450"/>
            <a:ext cx="4167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Issues</a:t>
            </a:r>
            <a:endParaRPr sz="4000"/>
          </a:p>
        </p:txBody>
      </p:sp>
      <p:sp>
        <p:nvSpPr>
          <p:cNvPr id="523" name="Google Shape;523;p56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4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7"/>
          <p:cNvSpPr txBox="1"/>
          <p:nvPr>
            <p:ph type="title"/>
          </p:nvPr>
        </p:nvSpPr>
        <p:spPr>
          <a:xfrm>
            <a:off x="396875" y="3950225"/>
            <a:ext cx="71310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/>
              <a:t>Key Takeaways &amp; Future Work</a:t>
            </a:r>
            <a:endParaRPr sz="3000"/>
          </a:p>
        </p:txBody>
      </p:sp>
      <p:sp>
        <p:nvSpPr>
          <p:cNvPr id="529" name="Google Shape;529;p57"/>
          <p:cNvSpPr txBox="1"/>
          <p:nvPr>
            <p:ph idx="15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4</a:t>
            </a:r>
            <a:endParaRPr/>
          </a:p>
        </p:txBody>
      </p:sp>
      <p:sp>
        <p:nvSpPr>
          <p:cNvPr id="530" name="Google Shape;530;p57"/>
          <p:cNvSpPr txBox="1"/>
          <p:nvPr>
            <p:ph idx="4294967295" type="body"/>
          </p:nvPr>
        </p:nvSpPr>
        <p:spPr>
          <a:xfrm>
            <a:off x="5993850" y="4707425"/>
            <a:ext cx="29217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531" name="Google Shape;531;p57"/>
          <p:cNvSpPr txBox="1"/>
          <p:nvPr/>
        </p:nvSpPr>
        <p:spPr>
          <a:xfrm>
            <a:off x="496275" y="922100"/>
            <a:ext cx="3702000" cy="28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●"/>
            </a:pPr>
            <a:r>
              <a:rPr lang="en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LLMs show promise for natural language-based recommendation </a:t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●"/>
            </a:pPr>
            <a:r>
              <a:rPr lang="en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Prompt design and structured data use are critical </a:t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●"/>
            </a:pPr>
            <a:r>
              <a:rPr lang="en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Evaluation via BLEU score is useful but limited </a:t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32" name="Google Shape;532;p57"/>
          <p:cNvSpPr txBox="1"/>
          <p:nvPr/>
        </p:nvSpPr>
        <p:spPr>
          <a:xfrm>
            <a:off x="5108725" y="1555825"/>
            <a:ext cx="1740300" cy="12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33" name="Google Shape;533;p57"/>
          <p:cNvSpPr txBox="1"/>
          <p:nvPr/>
        </p:nvSpPr>
        <p:spPr>
          <a:xfrm>
            <a:off x="4862025" y="922100"/>
            <a:ext cx="3702000" cy="28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●"/>
            </a:pPr>
            <a:r>
              <a:rPr lang="en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Enable true user-query input: genre, price, author filters </a:t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●"/>
            </a:pPr>
            <a:r>
              <a:rPr lang="en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Implement retrieval-augmented generation (RAG)</a:t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●"/>
            </a:pPr>
            <a:r>
              <a:rPr lang="en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Incorporate additional evaluation metrics </a:t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ew Employee Orientation &amp; Training">
  <a:themeElements>
    <a:clrScheme name="Simple Light">
      <a:dk1>
        <a:srgbClr val="000000"/>
      </a:dk1>
      <a:lt1>
        <a:srgbClr val="FBF8F4"/>
      </a:lt1>
      <a:dk2>
        <a:srgbClr val="4B917D"/>
      </a:dk2>
      <a:lt2>
        <a:srgbClr val="DAFEA4"/>
      </a:lt2>
      <a:accent1>
        <a:srgbClr val="A0C7FE"/>
      </a:accent1>
      <a:accent2>
        <a:srgbClr val="E0E0E0"/>
      </a:accent2>
      <a:accent3>
        <a:srgbClr val="BDE6DB"/>
      </a:accent3>
      <a:accent4>
        <a:srgbClr val="F7FDD7"/>
      </a:accent4>
      <a:accent5>
        <a:srgbClr val="FFFFFF"/>
      </a:accent5>
      <a:accent6>
        <a:srgbClr val="3F8BA5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